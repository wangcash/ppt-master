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5f90e39770c1f9a4.png"/>
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nd Layout"/>
          <p:cNvSpPr/>
          <p:nvPr/>
        </p:nvSpPr>
        <p:spPr>
          <a:xfrm>
            <a:off x="0" y="1511236"/>
            <a:ext cx="12192000" cy="3089148"/>
          </a:xfrm>
          <a:prstGeom prst="rect">
            <a:avLst/>
          </a:prstGeom>
          <a:solidFill>
            <a:srgbClr val="B5261F"/>
          </a:solidFill>
          <a:ln>
            <a:noFill/>
          </a:ln>
        </p:spPr>
      </p:sp>
      <p:sp>
        <p:nvSpPr>
          <p:cNvPr id="3" name="cover-line-left Layout"/>
          <p:cNvSpPr/>
          <p:nvPr/>
        </p:nvSpPr>
        <p:spPr>
          <a:xfrm>
            <a:off x="3269647" y="6045232"/>
            <a:ext cx="1892236" cy="9525"/>
          </a:xfrm>
          <a:custGeom>
            <a:avLst/>
            <a:gdLst/>
            <a:ahLst/>
            <a:cxnLst/>
            <a:rect l="l" t="t" r="r" b="b"/>
            <a:pathLst>
              <a:path w="1892236" h="9525">
                <a:moveTo>
                  <a:pt x="0" y="0"/>
                </a:moveTo>
                <a:lnTo>
                  <a:pt x="1892236" y="0"/>
                </a:lnTo>
              </a:path>
            </a:pathLst>
          </a:custGeom>
          <a:noFill/>
          <a:ln w="9525">
            <a:solidFill>
              <a:srgbClr val="C00000"/>
            </a:solidFill>
          </a:ln>
        </p:spPr>
      </p:sp>
      <p:sp>
        <p:nvSpPr>
          <p:cNvPr id="4" name="cover-line-right Layout"/>
          <p:cNvSpPr/>
          <p:nvPr/>
        </p:nvSpPr>
        <p:spPr>
          <a:xfrm>
            <a:off x="7028783" y="6045232"/>
            <a:ext cx="1892332" cy="9525"/>
          </a:xfrm>
          <a:custGeom>
            <a:avLst/>
            <a:gdLst/>
            <a:ahLst/>
            <a:cxnLst/>
            <a:rect l="l" t="t" r="r" b="b"/>
            <a:pathLst>
              <a:path w="1892332" h="9525">
                <a:moveTo>
                  <a:pt x="0" y="0"/>
                </a:moveTo>
                <a:lnTo>
                  <a:pt x="1892332" y="0"/>
                </a:lnTo>
              </a:path>
            </a:pathLst>
          </a:custGeom>
          <a:noFill/>
          <a:ln w="9525">
            <a:solidFill>
              <a:srgbClr val="C00000"/>
            </a:solidFill>
          </a:ln>
        </p:spPr>
      </p:sp>
      <p:sp>
        <p:nvSpPr>
          <p:cNvPr id="5" name="cover-title-slot Placeholder"/>
          <p:cNvSpPr>
            <a:spLocks noGrp="1"/>
          </p:cNvSpPr>
          <p:nvPr>
            <p:ph type="title"/>
          </p:nvPr>
        </p:nvSpPr>
        <p:spPr>
          <a:xfrm>
            <a:off x="1838325" y="2472690"/>
            <a:ext cx="8565547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400"/>
            </a:lvl1pPr>
          </a:lstStyle>
          <a:p>
            <a:pPr algn="ctr"/>
            <a:r>
              <a:rPr lang="en-US" sz="4400" b="1" dirty="0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Click to add title</a:t>
            </a:r>
            <a:endParaRPr lang="en-US"/>
          </a:p>
        </p:txBody>
      </p:sp>
      <p:sp>
        <p:nvSpPr>
          <p:cNvPr id="6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5128355" y="5389531"/>
            <a:ext cx="1935480" cy="902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00"/>
            </a:lvl1pPr>
          </a:lstStyle>
          <a:p>
            <a:pPr algn="ctr" marL="0" indent="0">
              <a:lnSpc>
                <a:spcPts val="2400"/>
              </a:lnSpc>
              <a:buNone/>
            </a:pPr>
            <a:r>
              <a:rPr lang="en-US" sz="1600" b="1" spc="54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2341059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前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face-card Layout"/>
          <p:cNvSpPr/>
          <p:nvPr/>
        </p:nvSpPr>
        <p:spPr>
          <a:xfrm>
            <a:off x="1274731" y="1201579"/>
            <a:ext cx="9429750" cy="4644009"/>
          </a:xfrm>
          <a:prstGeom prst="roundRect">
            <a:avLst>
              <a:gd name="adj" fmla="val 2051"/>
            </a:avLst>
          </a:prstGeom>
          <a:gradFill>
            <a:gsLst>
              <a:gs pos="45000">
                <a:srgbClr val="FFFFFF"/>
              </a:gs>
              <a:gs pos="100000">
                <a:srgbClr val="D9D9D9"/>
              </a:gs>
            </a:gsLst>
            <a:lin ang="17999988" scaled="1"/>
          </a:gradFill>
          <a:ln w="6382">
            <a:solidFill>
              <a:srgbClr val="D9D9D9"/>
            </a:solidFill>
          </a:ln>
          <a:effectLst>
            <a:outerShdw blurRad="152400" dist="38121" dir="8100000" algn="tr" rotWithShape="0">
              <a:srgbClr val="808080">
                <a:alpha val="25500"/>
              </a:srgbClr>
            </a:outerShdw>
          </a:effectLst>
        </p:spPr>
      </p:sp>
      <p:sp>
        <p:nvSpPr>
          <p:cNvPr id="3" name="preface-corner Layout"/>
          <p:cNvSpPr/>
          <p:nvPr/>
        </p:nvSpPr>
        <p:spPr>
          <a:xfrm>
            <a:off x="9931908" y="5072920"/>
            <a:ext cx="772573" cy="772573"/>
          </a:xfrm>
          <a:custGeom>
            <a:avLst/>
            <a:gdLst/>
            <a:ahLst/>
            <a:cxnLst/>
            <a:rect l="l" t="t" r="r" b="b"/>
            <a:pathLst>
              <a:path w="772573" h="772573">
                <a:moveTo>
                  <a:pt x="772573" y="0"/>
                </a:moveTo>
                <a:lnTo>
                  <a:pt x="772573" y="772573"/>
                </a:lnTo>
                <a:lnTo>
                  <a:pt x="0" y="77257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</p:sp>
      <p:sp>
        <p:nvSpPr>
          <p:cNvPr id="4" name="preface-banner-grey Layout"/>
          <p:cNvSpPr/>
          <p:nvPr/>
        </p:nvSpPr>
        <p:spPr>
          <a:xfrm>
            <a:off x="1143572" y="932688"/>
            <a:ext cx="3230023" cy="258223"/>
          </a:xfrm>
          <a:custGeom>
            <a:avLst/>
            <a:gdLst/>
            <a:ahLst/>
            <a:cxnLst/>
            <a:rect l="l" t="t" r="r" b="b"/>
            <a:pathLst>
              <a:path w="3230023" h="258223">
                <a:moveTo>
                  <a:pt x="245935" y="258223"/>
                </a:moveTo>
                <a:lnTo>
                  <a:pt x="3230023" y="258223"/>
                </a:lnTo>
                <a:lnTo>
                  <a:pt x="2985040" y="0"/>
                </a:lnTo>
                <a:lnTo>
                  <a:pt x="0" y="0"/>
                </a:lnTo>
                <a:lnTo>
                  <a:pt x="245935" y="258223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</p:sp>
      <p:sp>
        <p:nvSpPr>
          <p:cNvPr id="5" name="preface-banner-red Layout"/>
          <p:cNvSpPr/>
          <p:nvPr/>
        </p:nvSpPr>
        <p:spPr>
          <a:xfrm>
            <a:off x="1143572" y="932688"/>
            <a:ext cx="2984468" cy="2072259"/>
          </a:xfrm>
          <a:custGeom>
            <a:avLst/>
            <a:gdLst/>
            <a:ahLst/>
            <a:cxnLst/>
            <a:rect l="l" t="t" r="r" b="b"/>
            <a:pathLst>
              <a:path w="2984468" h="2072259">
                <a:moveTo>
                  <a:pt x="2984468" y="0"/>
                </a:moveTo>
                <a:lnTo>
                  <a:pt x="0" y="0"/>
                </a:lnTo>
                <a:lnTo>
                  <a:pt x="0" y="2072259"/>
                </a:lnTo>
                <a:lnTo>
                  <a:pt x="2138077" y="2072259"/>
                </a:lnTo>
                <a:lnTo>
                  <a:pt x="2984468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</p:sp>
      <p:sp>
        <p:nvSpPr>
          <p:cNvPr id="6" name="preface-arrow-circle Layout"/>
          <p:cNvSpPr/>
          <p:nvPr/>
        </p:nvSpPr>
        <p:spPr>
          <a:xfrm>
            <a:off x="10334053" y="5506784"/>
            <a:ext cx="264604" cy="2646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preface-arrow Layout"/>
          <p:cNvSpPr/>
          <p:nvPr/>
        </p:nvSpPr>
        <p:spPr>
          <a:xfrm>
            <a:off x="10409206" y="5600986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</p:sp>
      <p:sp>
        <p:nvSpPr>
          <p:cNvPr id="8" name="preface-title-slot Placeholder"/>
          <p:cNvSpPr>
            <a:spLocks noGrp="1"/>
          </p:cNvSpPr>
          <p:nvPr>
            <p:ph type="title"/>
          </p:nvPr>
        </p:nvSpPr>
        <p:spPr>
          <a:xfrm>
            <a:off x="1295495" y="1254062"/>
            <a:ext cx="2496312" cy="119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200"/>
            </a:lvl1pPr>
          </a:lstStyle>
          <a:p>
            <a:pPr algn="l"/>
            <a:r>
              <a:rPr lang="en-US" sz="7200" b="1" dirty="0">
                <a:solidFill>
                  <a:srgbClr val="F8F8F8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9" name="preface-body-slot Placeholder"/>
          <p:cNvSpPr>
            <a:spLocks noGrp="1"/>
          </p:cNvSpPr>
          <p:nvPr>
            <p:ph type="body" idx="1"/>
          </p:nvPr>
        </p:nvSpPr>
        <p:spPr>
          <a:xfrm>
            <a:off x="4476750" y="2049875"/>
            <a:ext cx="5334000" cy="2584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0D0D0D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25720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card Layout"/>
          <p:cNvSpPr/>
          <p:nvPr/>
        </p:nvSpPr>
        <p:spPr>
          <a:xfrm>
            <a:off x="1274731" y="1201579"/>
            <a:ext cx="9429750" cy="4644009"/>
          </a:xfrm>
          <a:prstGeom prst="roundRect">
            <a:avLst>
              <a:gd name="adj" fmla="val 2051"/>
            </a:avLst>
          </a:prstGeom>
          <a:gradFill>
            <a:gsLst>
              <a:gs pos="45000">
                <a:srgbClr val="FFFFFF"/>
              </a:gs>
              <a:gs pos="100000">
                <a:srgbClr val="D9D9D9"/>
              </a:gs>
            </a:gsLst>
            <a:lin ang="17999988" scaled="1"/>
          </a:gradFill>
          <a:ln w="6382">
            <a:solidFill>
              <a:srgbClr val="D9D9D9"/>
            </a:solidFill>
          </a:ln>
          <a:effectLst>
            <a:outerShdw blurRad="152400" dist="38121" dir="8100000" algn="tr" rotWithShape="0">
              <a:srgbClr val="808080">
                <a:alpha val="25500"/>
              </a:srgbClr>
            </a:outerShdw>
          </a:effectLst>
        </p:spPr>
      </p:sp>
      <p:sp>
        <p:nvSpPr>
          <p:cNvPr id="3" name="toc-corner Layout"/>
          <p:cNvSpPr/>
          <p:nvPr/>
        </p:nvSpPr>
        <p:spPr>
          <a:xfrm>
            <a:off x="9931908" y="5072920"/>
            <a:ext cx="772573" cy="772573"/>
          </a:xfrm>
          <a:custGeom>
            <a:avLst/>
            <a:gdLst/>
            <a:ahLst/>
            <a:cxnLst/>
            <a:rect l="l" t="t" r="r" b="b"/>
            <a:pathLst>
              <a:path w="772573" h="772573">
                <a:moveTo>
                  <a:pt x="772573" y="0"/>
                </a:moveTo>
                <a:lnTo>
                  <a:pt x="772573" y="772573"/>
                </a:lnTo>
                <a:lnTo>
                  <a:pt x="0" y="772573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</p:sp>
      <p:sp>
        <p:nvSpPr>
          <p:cNvPr id="4" name="toc-banner-grey Layout"/>
          <p:cNvSpPr/>
          <p:nvPr/>
        </p:nvSpPr>
        <p:spPr>
          <a:xfrm>
            <a:off x="1143572" y="932688"/>
            <a:ext cx="3230023" cy="258223"/>
          </a:xfrm>
          <a:custGeom>
            <a:avLst/>
            <a:gdLst/>
            <a:ahLst/>
            <a:cxnLst/>
            <a:rect l="l" t="t" r="r" b="b"/>
            <a:pathLst>
              <a:path w="3230023" h="258223">
                <a:moveTo>
                  <a:pt x="245935" y="258223"/>
                </a:moveTo>
                <a:lnTo>
                  <a:pt x="3230023" y="258223"/>
                </a:lnTo>
                <a:lnTo>
                  <a:pt x="2985040" y="0"/>
                </a:lnTo>
                <a:lnTo>
                  <a:pt x="0" y="0"/>
                </a:lnTo>
                <a:lnTo>
                  <a:pt x="245935" y="258223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</p:sp>
      <p:sp>
        <p:nvSpPr>
          <p:cNvPr id="5" name="toc-banner-red Layout"/>
          <p:cNvSpPr/>
          <p:nvPr/>
        </p:nvSpPr>
        <p:spPr>
          <a:xfrm>
            <a:off x="1143572" y="932688"/>
            <a:ext cx="2984468" cy="2072259"/>
          </a:xfrm>
          <a:custGeom>
            <a:avLst/>
            <a:gdLst/>
            <a:ahLst/>
            <a:cxnLst/>
            <a:rect l="l" t="t" r="r" b="b"/>
            <a:pathLst>
              <a:path w="2984468" h="2072259">
                <a:moveTo>
                  <a:pt x="2984468" y="0"/>
                </a:moveTo>
                <a:lnTo>
                  <a:pt x="0" y="0"/>
                </a:lnTo>
                <a:lnTo>
                  <a:pt x="0" y="2072259"/>
                </a:lnTo>
                <a:lnTo>
                  <a:pt x="2138077" y="2072259"/>
                </a:lnTo>
                <a:lnTo>
                  <a:pt x="2984468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</p:sp>
      <p:sp>
        <p:nvSpPr>
          <p:cNvPr id="6" name="toc-arrow-circle Layout"/>
          <p:cNvSpPr/>
          <p:nvPr/>
        </p:nvSpPr>
        <p:spPr>
          <a:xfrm>
            <a:off x="10334053" y="5506784"/>
            <a:ext cx="264604" cy="2646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oc-arrow Layout"/>
          <p:cNvSpPr/>
          <p:nvPr/>
        </p:nvSpPr>
        <p:spPr>
          <a:xfrm>
            <a:off x="10409206" y="5600986"/>
            <a:ext cx="114300" cy="66675"/>
          </a:xfrm>
          <a:custGeom>
            <a:avLst/>
            <a:gdLst/>
            <a:ahLst/>
            <a:cxnLst/>
            <a:rect l="l" t="t" r="r" b="b"/>
            <a:pathLst>
              <a:path w="114300" h="66675">
                <a:moveTo>
                  <a:pt x="0" y="0"/>
                </a:moveTo>
                <a:lnTo>
                  <a:pt x="57150" y="66675"/>
                </a:lnTo>
                <a:lnTo>
                  <a:pt x="11430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</p:sp>
      <p:sp>
        <p:nvSpPr>
          <p:cNvPr id="8" name="toc-title-slot Placeholder"/>
          <p:cNvSpPr>
            <a:spLocks noGrp="1"/>
          </p:cNvSpPr>
          <p:nvPr>
            <p:ph type="title"/>
          </p:nvPr>
        </p:nvSpPr>
        <p:spPr>
          <a:xfrm>
            <a:off x="1295495" y="1254062"/>
            <a:ext cx="2496312" cy="119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200"/>
            </a:lvl1pPr>
          </a:lstStyle>
          <a:p>
            <a:pPr algn="l"/>
            <a:r>
              <a:rPr lang="en-US" sz="7200" b="1" dirty="0">
                <a:solidFill>
                  <a:srgbClr val="F8F8F8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9" name="toc-body-slot Placeholder"/>
          <p:cNvSpPr>
            <a:spLocks noGrp="1"/>
          </p:cNvSpPr>
          <p:nvPr>
            <p:ph type="body" idx="1"/>
          </p:nvPr>
        </p:nvSpPr>
        <p:spPr>
          <a:xfrm>
            <a:off x="5260943" y="1296638"/>
            <a:ext cx="4671060" cy="37763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619664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diamond-outline Layout"/>
          <p:cNvSpPr/>
          <p:nvPr/>
        </p:nvSpPr>
        <p:spPr>
          <a:xfrm rot="2700000">
            <a:off x="4917864" y="1346941"/>
            <a:ext cx="1269302" cy="1477137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</p:sp>
      <p:sp>
        <p:nvSpPr>
          <p:cNvPr id="3" name="chapter-diamond-grey Layout"/>
          <p:cNvSpPr/>
          <p:nvPr/>
        </p:nvSpPr>
        <p:spPr>
          <a:xfrm rot="2700000">
            <a:off x="4820235" y="1353231"/>
            <a:ext cx="1273683" cy="1273683"/>
          </a:xfrm>
          <a:prstGeom prst="rect">
            <a:avLst/>
          </a:prstGeom>
          <a:solidFill>
            <a:srgbClr val="A6A6A6"/>
          </a:solidFill>
          <a:ln>
            <a:noFill/>
          </a:ln>
        </p:spPr>
      </p:sp>
      <p:sp>
        <p:nvSpPr>
          <p:cNvPr id="4" name="chapter-diamond-red Layout"/>
          <p:cNvSpPr/>
          <p:nvPr/>
        </p:nvSpPr>
        <p:spPr>
          <a:xfrm rot="2700000">
            <a:off x="5307235" y="1032796"/>
            <a:ext cx="1783271" cy="1783271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hapter-diamond-small Layout"/>
          <p:cNvSpPr/>
          <p:nvPr/>
        </p:nvSpPr>
        <p:spPr>
          <a:xfrm rot="2700000">
            <a:off x="6755054" y="3061383"/>
            <a:ext cx="334232" cy="3342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hapter-line-left Layout"/>
          <p:cNvSpPr/>
          <p:nvPr/>
        </p:nvSpPr>
        <p:spPr>
          <a:xfrm>
            <a:off x="1598390" y="4465415"/>
            <a:ext cx="1456182" cy="9525"/>
          </a:xfrm>
          <a:custGeom>
            <a:avLst/>
            <a:gdLst/>
            <a:ahLst/>
            <a:cxnLst/>
            <a:rect l="l" t="t" r="r" b="b"/>
            <a:pathLst>
              <a:path w="1456182" h="9525">
                <a:moveTo>
                  <a:pt x="0" y="0"/>
                </a:moveTo>
                <a:lnTo>
                  <a:pt x="1456182" y="0"/>
                </a:lnTo>
              </a:path>
            </a:pathLst>
          </a:custGeom>
          <a:noFill/>
          <a:ln w="9525">
            <a:solidFill>
              <a:srgbClr val="90181C"/>
            </a:solidFill>
          </a:ln>
        </p:spPr>
      </p:sp>
      <p:sp>
        <p:nvSpPr>
          <p:cNvPr id="7" name="chapter-line-right Layout"/>
          <p:cNvSpPr/>
          <p:nvPr/>
        </p:nvSpPr>
        <p:spPr>
          <a:xfrm>
            <a:off x="9132380" y="4465130"/>
            <a:ext cx="1379601" cy="9525"/>
          </a:xfrm>
          <a:custGeom>
            <a:avLst/>
            <a:gdLst/>
            <a:ahLst/>
            <a:cxnLst/>
            <a:rect l="l" t="t" r="r" b="b"/>
            <a:pathLst>
              <a:path w="1379601" h="9525">
                <a:moveTo>
                  <a:pt x="0" y="0"/>
                </a:moveTo>
                <a:lnTo>
                  <a:pt x="1379601" y="0"/>
                </a:lnTo>
              </a:path>
            </a:pathLst>
          </a:custGeom>
          <a:noFill/>
          <a:ln w="9525">
            <a:solidFill>
              <a:srgbClr val="90181C"/>
            </a:solidFill>
          </a:ln>
        </p:spPr>
      </p:sp>
      <p:sp>
        <p:nvSpPr>
          <p:cNvPr id="8" name="chapter-num-slot Placeholder"/>
          <p:cNvSpPr>
            <a:spLocks noGrp="1"/>
          </p:cNvSpPr>
          <p:nvPr>
            <p:ph type="body" idx="1"/>
          </p:nvPr>
        </p:nvSpPr>
        <p:spPr>
          <a:xfrm>
            <a:off x="5098161" y="1619250"/>
            <a:ext cx="2264188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5400"/>
            </a:lvl1pPr>
          </a:lstStyle>
          <a:p>
            <a:pPr algn="ctr"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Click to add text</a:t>
            </a:r>
            <a:endParaRPr lang="en-US"/>
          </a:p>
        </p:txBody>
      </p:sp>
      <p:sp>
        <p:nvSpPr>
          <p:cNvPr id="9" name="chapter-title-slot Placeholder"/>
          <p:cNvSpPr>
            <a:spLocks noGrp="1"/>
          </p:cNvSpPr>
          <p:nvPr>
            <p:ph type="title"/>
          </p:nvPr>
        </p:nvSpPr>
        <p:spPr>
          <a:xfrm>
            <a:off x="3133058" y="4060793"/>
            <a:ext cx="5925788" cy="1076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/>
            </a:lvl1pPr>
          </a:lstStyle>
          <a:p>
            <a:pPr algn="ctr"/>
            <a:r>
              <a:rPr lang="en-US" sz="36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605648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默认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ank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blank-panel Layout"/>
          <p:cNvSpPr/>
          <p:nvPr/>
        </p:nvSpPr>
        <p:spPr>
          <a:xfrm>
            <a:off x="728853" y="1184624"/>
            <a:ext cx="10569607" cy="484317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4" name="blank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5" name="blank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6" name="blank-body-slot Placeholder"/>
          <p:cNvSpPr>
            <a:spLocks noGrp="1"/>
          </p:cNvSpPr>
          <p:nvPr>
            <p:ph type="body" idx="1"/>
          </p:nvPr>
        </p:nvSpPr>
        <p:spPr>
          <a:xfrm>
            <a:off x="728853" y="1184624"/>
            <a:ext cx="10569607" cy="48431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272256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图文页-左文右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textl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3" name="imagetextl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4" name="imagetextl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5" name="imagetextl-body-slot Placeholder"/>
          <p:cNvSpPr>
            <a:spLocks noGrp="1"/>
          </p:cNvSpPr>
          <p:nvPr>
            <p:ph type="body" idx="1"/>
          </p:nvPr>
        </p:nvSpPr>
        <p:spPr>
          <a:xfrm>
            <a:off x="914400" y="1428750"/>
            <a:ext cx="5334000" cy="438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6" name="imagetextl-pic-slot-1 Placeholder"/>
          <p:cNvSpPr>
            <a:spLocks noGrp="1"/>
          </p:cNvSpPr>
          <p:nvPr>
            <p:ph type="pic" idx="2"/>
          </p:nvPr>
        </p:nvSpPr>
        <p:spPr>
          <a:xfrm>
            <a:off x="6667500" y="1428750"/>
            <a:ext cx="45720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imagetextl-pic-slot-2 Placeholder"/>
          <p:cNvSpPr>
            <a:spLocks noGrp="1"/>
          </p:cNvSpPr>
          <p:nvPr>
            <p:ph type="pic" idx="3"/>
          </p:nvPr>
        </p:nvSpPr>
        <p:spPr>
          <a:xfrm>
            <a:off x="6667500" y="4476750"/>
            <a:ext cx="457200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1065456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图文页-上文下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textt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3" name="imagetextt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4" name="imagetextt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5" name="imagetextt-body-slot Placeholder"/>
          <p:cNvSpPr>
            <a:spLocks noGrp="1"/>
          </p:cNvSpPr>
          <p:nvPr>
            <p:ph type="body" idx="1"/>
          </p:nvPr>
        </p:nvSpPr>
        <p:spPr>
          <a:xfrm>
            <a:off x="914400" y="1428750"/>
            <a:ext cx="1019175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6" name="imagetextt-pic-slot-1 Placeholder"/>
          <p:cNvSpPr>
            <a:spLocks noGrp="1"/>
          </p:cNvSpPr>
          <p:nvPr>
            <p:ph type="pic" idx="2"/>
          </p:nvPr>
        </p:nvSpPr>
        <p:spPr>
          <a:xfrm>
            <a:off x="914400" y="3905250"/>
            <a:ext cx="10191750" cy="2190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1252718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重点强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hasis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3" name="emphasis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4" name="emphasis-accent Layout"/>
          <p:cNvSpPr/>
          <p:nvPr/>
        </p:nvSpPr>
        <p:spPr>
          <a:xfrm>
            <a:off x="914400" y="1524000"/>
            <a:ext cx="76200" cy="20955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emphasis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6" name="emphasis-key-slot Placeholder"/>
          <p:cNvSpPr>
            <a:spLocks noGrp="1"/>
          </p:cNvSpPr>
          <p:nvPr>
            <p:ph type="body" idx="1"/>
          </p:nvPr>
        </p:nvSpPr>
        <p:spPr>
          <a:xfrm>
            <a:off x="1181100" y="1524000"/>
            <a:ext cx="97155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500"/>
            </a:lvl1pPr>
          </a:lstStyle>
          <a:p>
            <a:pPr algn="l" marL="0" indent="0">
              <a:buNone/>
            </a:pPr>
            <a:r>
              <a:rPr lang="en-US" sz="45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7" name="emphasis-body-slot Placeholder"/>
          <p:cNvSpPr>
            <a:spLocks noGrp="1"/>
          </p:cNvSpPr>
          <p:nvPr>
            <p:ph type="body" idx="2"/>
          </p:nvPr>
        </p:nvSpPr>
        <p:spPr>
          <a:xfrm>
            <a:off x="1181100" y="2952750"/>
            <a:ext cx="9715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95568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大段文本高亮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hl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texthl-panel Layout"/>
          <p:cNvSpPr/>
          <p:nvPr/>
        </p:nvSpPr>
        <p:spPr>
          <a:xfrm>
            <a:off x="728853" y="1184624"/>
            <a:ext cx="10569607" cy="484317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" name="texthl-highlight-band Layout"/>
          <p:cNvSpPr/>
          <p:nvPr/>
        </p:nvSpPr>
        <p:spPr>
          <a:xfrm>
            <a:off x="914400" y="4476750"/>
            <a:ext cx="10191750" cy="952500"/>
          </a:xfrm>
          <a:prstGeom prst="rect">
            <a:avLst/>
          </a:prstGeom>
          <a:solidFill>
            <a:srgbClr val="FDE7E7"/>
          </a:solidFill>
          <a:ln>
            <a:noFill/>
          </a:ln>
        </p:spPr>
      </p:sp>
      <p:pic>
        <p:nvPicPr>
          <p:cNvPr id="5" name="texthl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6" name="texthl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7" name="texthl-body-slot Placeholder"/>
          <p:cNvSpPr>
            <a:spLocks noGrp="1"/>
          </p:cNvSpPr>
          <p:nvPr>
            <p:ph type="body" idx="1"/>
          </p:nvPr>
        </p:nvSpPr>
        <p:spPr>
          <a:xfrm>
            <a:off x="914400" y="1333500"/>
            <a:ext cx="10191750" cy="295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8" name="texthl-highlight-slot Placeholder"/>
          <p:cNvSpPr>
            <a:spLocks noGrp="1"/>
          </p:cNvSpPr>
          <p:nvPr>
            <p:ph type="body" idx="2"/>
          </p:nvPr>
        </p:nvSpPr>
        <p:spPr>
          <a:xfrm>
            <a:off x="914400" y="4476750"/>
            <a:ext cx="101917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444111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要点分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bullets-marker-1 Layout"/>
          <p:cNvSpPr/>
          <p:nvPr/>
        </p:nvSpPr>
        <p:spPr>
          <a:xfrm>
            <a:off x="914400" y="1676400"/>
            <a:ext cx="133350" cy="1333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bullets-marker-2 Layout"/>
          <p:cNvSpPr/>
          <p:nvPr/>
        </p:nvSpPr>
        <p:spPr>
          <a:xfrm>
            <a:off x="6286500" y="1676400"/>
            <a:ext cx="133350" cy="1333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pic>
        <p:nvPicPr>
          <p:cNvPr id="5" name="bullets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6" name="bullets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7" name="bullets-col1-title-slot Placeholder"/>
          <p:cNvSpPr>
            <a:spLocks noGrp="1"/>
          </p:cNvSpPr>
          <p:nvPr>
            <p:ph type="body" idx="1"/>
          </p:nvPr>
        </p:nvSpPr>
        <p:spPr>
          <a:xfrm>
            <a:off x="1143000" y="15240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8" name="bullets-col1-body-slot Placeholder"/>
          <p:cNvSpPr>
            <a:spLocks noGrp="1"/>
          </p:cNvSpPr>
          <p:nvPr>
            <p:ph type="body" idx="2"/>
          </p:nvPr>
        </p:nvSpPr>
        <p:spPr>
          <a:xfrm>
            <a:off x="1143000" y="2038350"/>
            <a:ext cx="4572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9" name="bullets-col2-title-slot Placeholder"/>
          <p:cNvSpPr>
            <a:spLocks noGrp="1"/>
          </p:cNvSpPr>
          <p:nvPr>
            <p:ph type="body" idx="3"/>
          </p:nvPr>
        </p:nvSpPr>
        <p:spPr>
          <a:xfrm>
            <a:off x="6515100" y="15240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0" name="bullets-col2-body-slot Placeholder"/>
          <p:cNvSpPr>
            <a:spLocks noGrp="1"/>
          </p:cNvSpPr>
          <p:nvPr>
            <p:ph type="body" idx="4"/>
          </p:nvPr>
        </p:nvSpPr>
        <p:spPr>
          <a:xfrm>
            <a:off x="6515100" y="2038350"/>
            <a:ext cx="4572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159154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修订对比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e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compare-panel Layout"/>
          <p:cNvSpPr/>
          <p:nvPr/>
        </p:nvSpPr>
        <p:spPr>
          <a:xfrm>
            <a:off x="728853" y="1184624"/>
            <a:ext cx="10569607" cy="484317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" name="compare-box-before Layout"/>
          <p:cNvSpPr/>
          <p:nvPr/>
        </p:nvSpPr>
        <p:spPr>
          <a:xfrm>
            <a:off x="914400" y="1619250"/>
            <a:ext cx="4953000" cy="419100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</p:sp>
      <p:sp>
        <p:nvSpPr>
          <p:cNvPr id="5" name="compare-box-after Layout"/>
          <p:cNvSpPr/>
          <p:nvPr/>
        </p:nvSpPr>
        <p:spPr>
          <a:xfrm>
            <a:off x="6286500" y="1619250"/>
            <a:ext cx="4953000" cy="419100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</p:sp>
      <p:pic>
        <p:nvPicPr>
          <p:cNvPr id="6" name="compare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7" name="compare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8" name="compare-before-title-slot Placeholder"/>
          <p:cNvSpPr>
            <a:spLocks noGrp="1"/>
          </p:cNvSpPr>
          <p:nvPr>
            <p:ph type="body" idx="1"/>
          </p:nvPr>
        </p:nvSpPr>
        <p:spPr>
          <a:xfrm>
            <a:off x="1104900" y="18097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9" name="compare-before-body-slot Placeholder"/>
          <p:cNvSpPr>
            <a:spLocks noGrp="1"/>
          </p:cNvSpPr>
          <p:nvPr>
            <p:ph type="body" idx="2"/>
          </p:nvPr>
        </p:nvSpPr>
        <p:spPr>
          <a:xfrm>
            <a:off x="1104900" y="2286000"/>
            <a:ext cx="4572000" cy="3333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0" name="compare-after-title-slot Placeholder"/>
          <p:cNvSpPr>
            <a:spLocks noGrp="1"/>
          </p:cNvSpPr>
          <p:nvPr>
            <p:ph type="body" idx="3"/>
          </p:nvPr>
        </p:nvSpPr>
        <p:spPr>
          <a:xfrm>
            <a:off x="6477000" y="18097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1" name="compare-after-body-slot Placeholder"/>
          <p:cNvSpPr>
            <a:spLocks noGrp="1"/>
          </p:cNvSpPr>
          <p:nvPr>
            <p:ph type="body" idx="4"/>
          </p:nvPr>
        </p:nvSpPr>
        <p:spPr>
          <a:xfrm>
            <a:off x="6477000" y="2286000"/>
            <a:ext cx="4572000" cy="3333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0337962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数据指标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rics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metrics-card-1 Layout"/>
          <p:cNvSpPr/>
          <p:nvPr/>
        </p:nvSpPr>
        <p:spPr>
          <a:xfrm>
            <a:off x="914400" y="1619250"/>
            <a:ext cx="2333625" cy="3619500"/>
          </a:xfrm>
          <a:prstGeom prst="roundRect">
            <a:avLst>
              <a:gd name="adj" fmla="val 326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" name="metrics-card-2 Layout"/>
          <p:cNvSpPr/>
          <p:nvPr/>
        </p:nvSpPr>
        <p:spPr>
          <a:xfrm>
            <a:off x="3533775" y="1619250"/>
            <a:ext cx="2333625" cy="3619500"/>
          </a:xfrm>
          <a:prstGeom prst="roundRect">
            <a:avLst>
              <a:gd name="adj" fmla="val 326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" name="metrics-card-3 Layout"/>
          <p:cNvSpPr/>
          <p:nvPr/>
        </p:nvSpPr>
        <p:spPr>
          <a:xfrm>
            <a:off x="6153150" y="1619250"/>
            <a:ext cx="2333625" cy="3619500"/>
          </a:xfrm>
          <a:prstGeom prst="roundRect">
            <a:avLst>
              <a:gd name="adj" fmla="val 3265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" name="metrics-card-4 Layout"/>
          <p:cNvSpPr/>
          <p:nvPr/>
        </p:nvSpPr>
        <p:spPr>
          <a:xfrm>
            <a:off x="8772525" y="1619250"/>
            <a:ext cx="2333625" cy="3619500"/>
          </a:xfrm>
          <a:prstGeom prst="roundRect">
            <a:avLst>
              <a:gd name="adj" fmla="val 3265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7" name="metrics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8" name="metrics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9" name="metrics-1-num-slot Placeholder"/>
          <p:cNvSpPr>
            <a:spLocks noGrp="1"/>
          </p:cNvSpPr>
          <p:nvPr>
            <p:ph type="body" idx="1"/>
          </p:nvPr>
        </p:nvSpPr>
        <p:spPr>
          <a:xfrm>
            <a:off x="1104900" y="190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l" marL="0" indent="0">
              <a:buNone/>
            </a:pPr>
            <a:r>
              <a:rPr lang="en-US" sz="3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0" name="metrics-1-title-slot Placeholder"/>
          <p:cNvSpPr>
            <a:spLocks noGrp="1"/>
          </p:cNvSpPr>
          <p:nvPr>
            <p:ph type="body" idx="2"/>
          </p:nvPr>
        </p:nvSpPr>
        <p:spPr>
          <a:xfrm>
            <a:off x="1104900" y="257175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1" name="metrics-1-body-slot Placeholder"/>
          <p:cNvSpPr>
            <a:spLocks noGrp="1"/>
          </p:cNvSpPr>
          <p:nvPr>
            <p:ph type="body" idx="3"/>
          </p:nvPr>
        </p:nvSpPr>
        <p:spPr>
          <a:xfrm>
            <a:off x="1104900" y="3086100"/>
            <a:ext cx="1952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2" name="metrics-2-num-slot Placeholder"/>
          <p:cNvSpPr>
            <a:spLocks noGrp="1"/>
          </p:cNvSpPr>
          <p:nvPr>
            <p:ph type="body" idx="4"/>
          </p:nvPr>
        </p:nvSpPr>
        <p:spPr>
          <a:xfrm>
            <a:off x="3724275" y="190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l" marL="0" indent="0">
              <a:buNone/>
            </a:pPr>
            <a:r>
              <a:rPr lang="en-US" sz="3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3" name="metrics-2-title-slot Placeholder"/>
          <p:cNvSpPr>
            <a:spLocks noGrp="1"/>
          </p:cNvSpPr>
          <p:nvPr>
            <p:ph type="body" idx="5"/>
          </p:nvPr>
        </p:nvSpPr>
        <p:spPr>
          <a:xfrm>
            <a:off x="3724275" y="257175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4" name="metrics-2-body-slot Placeholder"/>
          <p:cNvSpPr>
            <a:spLocks noGrp="1"/>
          </p:cNvSpPr>
          <p:nvPr>
            <p:ph type="body" idx="6"/>
          </p:nvPr>
        </p:nvSpPr>
        <p:spPr>
          <a:xfrm>
            <a:off x="3724275" y="3086100"/>
            <a:ext cx="1952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5" name="metrics-3-num-slot Placeholder"/>
          <p:cNvSpPr>
            <a:spLocks noGrp="1"/>
          </p:cNvSpPr>
          <p:nvPr>
            <p:ph type="body" idx="7"/>
          </p:nvPr>
        </p:nvSpPr>
        <p:spPr>
          <a:xfrm>
            <a:off x="6343650" y="190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l" marL="0" indent="0">
              <a:buNone/>
            </a:pPr>
            <a:r>
              <a:rPr lang="en-US" sz="3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6" name="metrics-3-title-slot Placeholder"/>
          <p:cNvSpPr>
            <a:spLocks noGrp="1"/>
          </p:cNvSpPr>
          <p:nvPr>
            <p:ph type="body" idx="8"/>
          </p:nvPr>
        </p:nvSpPr>
        <p:spPr>
          <a:xfrm>
            <a:off x="6343650" y="257175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7" name="metrics-3-body-slot Placeholder"/>
          <p:cNvSpPr>
            <a:spLocks noGrp="1"/>
          </p:cNvSpPr>
          <p:nvPr>
            <p:ph type="body" idx="9"/>
          </p:nvPr>
        </p:nvSpPr>
        <p:spPr>
          <a:xfrm>
            <a:off x="6343650" y="3086100"/>
            <a:ext cx="1952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8" name="metrics-4-num-slot Placeholder"/>
          <p:cNvSpPr>
            <a:spLocks noGrp="1"/>
          </p:cNvSpPr>
          <p:nvPr>
            <p:ph type="body" idx="10"/>
          </p:nvPr>
        </p:nvSpPr>
        <p:spPr>
          <a:xfrm>
            <a:off x="8963025" y="190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l" marL="0" indent="0">
              <a:buNone/>
            </a:pPr>
            <a:r>
              <a:rPr lang="en-US" sz="3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9" name="metrics-4-title-slot Placeholder"/>
          <p:cNvSpPr>
            <a:spLocks noGrp="1"/>
          </p:cNvSpPr>
          <p:nvPr>
            <p:ph type="body" idx="11"/>
          </p:nvPr>
        </p:nvSpPr>
        <p:spPr>
          <a:xfrm>
            <a:off x="8963025" y="257175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20" name="metrics-4-body-slot Placeholder"/>
          <p:cNvSpPr>
            <a:spLocks noGrp="1"/>
          </p:cNvSpPr>
          <p:nvPr>
            <p:ph type="body" idx="12"/>
          </p:nvPr>
        </p:nvSpPr>
        <p:spPr>
          <a:xfrm>
            <a:off x="8963025" y="3086100"/>
            <a:ext cx="1952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102640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修订对比页-单图（左文右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ps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cmps-panel Layout"/>
          <p:cNvSpPr/>
          <p:nvPr/>
        </p:nvSpPr>
        <p:spPr>
          <a:xfrm>
            <a:off x="728853" y="1184624"/>
            <a:ext cx="10569607" cy="484317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" name="cmps-box-before Layout"/>
          <p:cNvSpPr/>
          <p:nvPr/>
        </p:nvSpPr>
        <p:spPr>
          <a:xfrm>
            <a:off x="914400" y="1619250"/>
            <a:ext cx="2952750" cy="419100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</p:sp>
      <p:sp>
        <p:nvSpPr>
          <p:cNvPr id="5" name="cmps-box-after Layout"/>
          <p:cNvSpPr/>
          <p:nvPr/>
        </p:nvSpPr>
        <p:spPr>
          <a:xfrm>
            <a:off x="4000500" y="1619250"/>
            <a:ext cx="2952750" cy="419100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</p:sp>
      <p:pic>
        <p:nvPicPr>
          <p:cNvPr id="6" name="cmps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7" name="cmps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8" name="cmps-before-title-slot Placeholder"/>
          <p:cNvSpPr>
            <a:spLocks noGrp="1"/>
          </p:cNvSpPr>
          <p:nvPr>
            <p:ph type="body" idx="1"/>
          </p:nvPr>
        </p:nvSpPr>
        <p:spPr>
          <a:xfrm>
            <a:off x="1009650" y="1809750"/>
            <a:ext cx="2762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9" name="cmps-before-body-slot Placeholder"/>
          <p:cNvSpPr>
            <a:spLocks noGrp="1"/>
          </p:cNvSpPr>
          <p:nvPr>
            <p:ph type="body" idx="2"/>
          </p:nvPr>
        </p:nvSpPr>
        <p:spPr>
          <a:xfrm>
            <a:off x="1009650" y="2190750"/>
            <a:ext cx="276225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0" name="cmps-after-title-slot Placeholder"/>
          <p:cNvSpPr>
            <a:spLocks noGrp="1"/>
          </p:cNvSpPr>
          <p:nvPr>
            <p:ph type="body" idx="3"/>
          </p:nvPr>
        </p:nvSpPr>
        <p:spPr>
          <a:xfrm>
            <a:off x="4095750" y="1809750"/>
            <a:ext cx="2762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1" name="cmps-after-body-slot Placeholder"/>
          <p:cNvSpPr>
            <a:spLocks noGrp="1"/>
          </p:cNvSpPr>
          <p:nvPr>
            <p:ph type="body" idx="4"/>
          </p:nvPr>
        </p:nvSpPr>
        <p:spPr>
          <a:xfrm>
            <a:off x="4095750" y="2190750"/>
            <a:ext cx="276225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2" name="cmps-pic-slot-1 Placeholder"/>
          <p:cNvSpPr>
            <a:spLocks noGrp="1"/>
          </p:cNvSpPr>
          <p:nvPr>
            <p:ph type="pic" idx="5"/>
          </p:nvPr>
        </p:nvSpPr>
        <p:spPr>
          <a:xfrm>
            <a:off x="7143750" y="1619250"/>
            <a:ext cx="4133850" cy="419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683334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修订对比页-多图（上文下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pm-title-bar Layout"/>
          <p:cNvSpPr/>
          <p:nvPr/>
        </p:nvSpPr>
        <p:spPr>
          <a:xfrm>
            <a:off x="728853" y="802576"/>
            <a:ext cx="3651218" cy="368332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" name="cmpm-panel Layout"/>
          <p:cNvSpPr/>
          <p:nvPr/>
        </p:nvSpPr>
        <p:spPr>
          <a:xfrm>
            <a:off x="728853" y="1184624"/>
            <a:ext cx="10569607" cy="484317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" name="cmpm-box-before Layout"/>
          <p:cNvSpPr/>
          <p:nvPr/>
        </p:nvSpPr>
        <p:spPr>
          <a:xfrm>
            <a:off x="914400" y="1428750"/>
            <a:ext cx="4953000" cy="200025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</p:sp>
      <p:sp>
        <p:nvSpPr>
          <p:cNvPr id="5" name="cmpm-box-after Layout"/>
          <p:cNvSpPr/>
          <p:nvPr/>
        </p:nvSpPr>
        <p:spPr>
          <a:xfrm>
            <a:off x="6286500" y="1428750"/>
            <a:ext cx="4953000" cy="200025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</p:sp>
      <p:pic>
        <p:nvPicPr>
          <p:cNvPr id="6" name="cmpm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545" y="6256592"/>
            <a:ext cx="926116" cy="224885"/>
          </a:xfrm>
          <a:prstGeom prst="rect">
            <a:avLst/>
          </a:prstGeom>
        </p:spPr>
      </p:pic>
      <p:sp>
        <p:nvSpPr>
          <p:cNvPr id="7" name="cmpm-title-slot Placeholder"/>
          <p:cNvSpPr>
            <a:spLocks noGrp="1"/>
          </p:cNvSpPr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Click to add title</a:t>
            </a:r>
            <a:endParaRPr lang="en-US"/>
          </a:p>
        </p:txBody>
      </p:sp>
      <p:sp>
        <p:nvSpPr>
          <p:cNvPr id="8" name="cmpm-before-title-slot Placeholder"/>
          <p:cNvSpPr>
            <a:spLocks noGrp="1"/>
          </p:cNvSpPr>
          <p:nvPr>
            <p:ph type="body" idx="1"/>
          </p:nvPr>
        </p:nvSpPr>
        <p:spPr>
          <a:xfrm>
            <a:off x="1104900" y="16192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9" name="cmpm-before-body-slot Placeholder"/>
          <p:cNvSpPr>
            <a:spLocks noGrp="1"/>
          </p:cNvSpPr>
          <p:nvPr>
            <p:ph type="body" idx="2"/>
          </p:nvPr>
        </p:nvSpPr>
        <p:spPr>
          <a:xfrm>
            <a:off x="1104900" y="2000250"/>
            <a:ext cx="4572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0" name="cmpm-after-title-slot Placeholder"/>
          <p:cNvSpPr>
            <a:spLocks noGrp="1"/>
          </p:cNvSpPr>
          <p:nvPr>
            <p:ph type="body" idx="3"/>
          </p:nvPr>
        </p:nvSpPr>
        <p:spPr>
          <a:xfrm>
            <a:off x="6477000" y="16192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1" name="cmpm-after-body-slot Placeholder"/>
          <p:cNvSpPr>
            <a:spLocks noGrp="1"/>
          </p:cNvSpPr>
          <p:nvPr>
            <p:ph type="body" idx="4"/>
          </p:nvPr>
        </p:nvSpPr>
        <p:spPr>
          <a:xfrm>
            <a:off x="6477000" y="2000250"/>
            <a:ext cx="4572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Click to add text</a:t>
            </a:r>
            <a:endParaRPr lang="en-US"/>
          </a:p>
        </p:txBody>
      </p:sp>
      <p:sp>
        <p:nvSpPr>
          <p:cNvPr id="12" name="cmpm-pic-slot-1 Placeholder"/>
          <p:cNvSpPr>
            <a:spLocks noGrp="1"/>
          </p:cNvSpPr>
          <p:nvPr>
            <p:ph type="pic" idx="5"/>
          </p:nvPr>
        </p:nvSpPr>
        <p:spPr>
          <a:xfrm>
            <a:off x="914400" y="3619500"/>
            <a:ext cx="3238500" cy="2190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3" name="cmpm-pic-slot-2 Placeholder"/>
          <p:cNvSpPr>
            <a:spLocks noGrp="1"/>
          </p:cNvSpPr>
          <p:nvPr>
            <p:ph type="pic" idx="6"/>
          </p:nvPr>
        </p:nvSpPr>
        <p:spPr>
          <a:xfrm>
            <a:off x="4343400" y="3619500"/>
            <a:ext cx="3238500" cy="2190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4" name="cmpm-pic-slot-3 Placeholder"/>
          <p:cNvSpPr>
            <a:spLocks noGrp="1"/>
          </p:cNvSpPr>
          <p:nvPr>
            <p:ph type="pic" idx="7"/>
          </p:nvPr>
        </p:nvSpPr>
        <p:spPr>
          <a:xfrm>
            <a:off x="7772400" y="3619500"/>
            <a:ext cx="3238500" cy="2190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10992904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band Layout"/>
          <p:cNvSpPr/>
          <p:nvPr/>
        </p:nvSpPr>
        <p:spPr>
          <a:xfrm>
            <a:off x="0" y="1511236"/>
            <a:ext cx="12192000" cy="3089148"/>
          </a:xfrm>
          <a:prstGeom prst="rect">
            <a:avLst/>
          </a:prstGeom>
          <a:solidFill>
            <a:srgbClr val="B5261F"/>
          </a:solidFill>
          <a:ln>
            <a:noFill/>
          </a:ln>
        </p:spPr>
      </p:sp>
      <p:sp>
        <p:nvSpPr>
          <p:cNvPr id="3" name="ending-line-1 Layout"/>
          <p:cNvSpPr/>
          <p:nvPr/>
        </p:nvSpPr>
        <p:spPr>
          <a:xfrm>
            <a:off x="0" y="4718018"/>
            <a:ext cx="1390174" cy="9525"/>
          </a:xfrm>
          <a:custGeom>
            <a:avLst/>
            <a:gdLst/>
            <a:ahLst/>
            <a:cxnLst/>
            <a:rect l="l" t="t" r="r" b="b"/>
            <a:pathLst>
              <a:path w="1390174" h="9525">
                <a:moveTo>
                  <a:pt x="0" y="0"/>
                </a:moveTo>
                <a:lnTo>
                  <a:pt x="1390174" y="0"/>
                </a:lnTo>
              </a:path>
            </a:pathLst>
          </a:custGeom>
          <a:noFill/>
          <a:ln w="40481">
            <a:solidFill>
              <a:srgbClr val="2C3637"/>
            </a:solidFill>
          </a:ln>
        </p:spPr>
      </p:sp>
      <p:sp>
        <p:nvSpPr>
          <p:cNvPr id="4" name="ending-line-2 Layout"/>
          <p:cNvSpPr/>
          <p:nvPr/>
        </p:nvSpPr>
        <p:spPr>
          <a:xfrm>
            <a:off x="1418463" y="4718018"/>
            <a:ext cx="2699957" cy="9525"/>
          </a:xfrm>
          <a:custGeom>
            <a:avLst/>
            <a:gdLst/>
            <a:ahLst/>
            <a:cxnLst/>
            <a:rect l="l" t="t" r="r" b="b"/>
            <a:pathLst>
              <a:path w="2699957" h="9525">
                <a:moveTo>
                  <a:pt x="0" y="0"/>
                </a:moveTo>
                <a:lnTo>
                  <a:pt x="2699957" y="0"/>
                </a:lnTo>
              </a:path>
            </a:pathLst>
          </a:custGeom>
          <a:noFill/>
          <a:ln w="40481">
            <a:solidFill>
              <a:srgbClr val="808080"/>
            </a:solidFill>
          </a:ln>
        </p:spPr>
      </p:sp>
      <p:sp>
        <p:nvSpPr>
          <p:cNvPr id="5" name="ending-text Layout"/>
          <p:cNvSpPr txBox="1"/>
          <p:nvPr/>
        </p:nvSpPr>
        <p:spPr>
          <a:xfrm>
            <a:off x="4623340" y="2250376"/>
            <a:ext cx="2945892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方正黑体简体"/>
                <a:ea typeface="Microsoft YaHei"/>
                <a:cs typeface="方正黑体简体"/>
              </a:rPr>
              <a:t>汇报完毕</a:t>
            </a:r>
          </a:p>
        </p:txBody>
      </p:sp>
    </p:spTree>
    <p:extLst>
      <p:ext uri="{BB962C8B-B14F-4D97-AF65-F5344CB8AC3E}">
        <p14:creationId val="23738074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党委会汇报母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xStyles>
    <p:titleStyle>
      <a:lvl1pPr algn="ctr" defTabSz="457200" rtl="0" eaLnBrk="1" latinLnBrk="0" hangingPunct="1"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5f90e39770c1f9a4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5f90e39770c1f9a4.png"/>
  <Relationship Id="rId3" Type="http://schemas.openxmlformats.org/officeDocument/2006/relationships/image" Target="../media/image_54102ed08909bfbc.png"/>
  <Relationship Id="rId4" Type="http://schemas.openxmlformats.org/officeDocument/2006/relationships/image" Target="../media/image_54102ed08909bfbc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5f90e39770c1f9a4.png"/>
  <Relationship Id="rId3" Type="http://schemas.openxmlformats.org/officeDocument/2006/relationships/image" Target="../media/image_54102ed08909bfbc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5f90e39770c1f9a4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image" Target="../media/image_5f90e39770c1f9a4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image" Target="../media/image_5f90e39770c1f9a4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5f90e39770c1f9a4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  <Relationship Id="rId2" Type="http://schemas.openxmlformats.org/officeDocument/2006/relationships/image" Target="../media/image_5f90e39770c1f9a4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  <Relationship Id="rId2" Type="http://schemas.openxmlformats.org/officeDocument/2006/relationships/image" Target="../media/image_5f90e39770c1f9a4.png"/>
  <Relationship Id="rId3" Type="http://schemas.openxmlformats.org/officeDocument/2006/relationships/image" Target="../media/image_54102ed08909bfbc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  <Relationship Id="rId2" Type="http://schemas.openxmlformats.org/officeDocument/2006/relationships/image" Target="../media/image_5f90e39770c1f9a4.png"/>
  <Relationship Id="rId3" Type="http://schemas.openxmlformats.org/officeDocument/2006/relationships/image" Target="../media/image_54102ed08909bfbc.png"/>
  <Relationship Id="rId4" Type="http://schemas.openxmlformats.org/officeDocument/2006/relationships/image" Target="../media/image_54102ed08909bfbc.png"/>
  <Relationship Id="rId5" Type="http://schemas.openxmlformats.org/officeDocument/2006/relationships/image" Target="../media/image_54102ed08909bfbc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-slot Placeholder Carrier"/>
          <p:cNvSpPr txBox="1"/>
          <p:nvPr>
            <p:ph type="title"/>
          </p:nvPr>
        </p:nvSpPr>
        <p:spPr>
          <a:xfrm>
            <a:off x="1838325" y="2472690"/>
            <a:ext cx="8565547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Title</a:t>
            </a:r>
          </a:p>
        </p:txBody>
      </p:sp>
      <p:sp>
        <p:nvSpPr>
          <p:cNvPr id="7" name="cover-subtitle-slot Placeholder Carrier"/>
          <p:cNvSpPr txBox="1"/>
          <p:nvPr>
            <p:ph type="subTitle" idx="1"/>
          </p:nvPr>
        </p:nvSpPr>
        <p:spPr>
          <a:xfrm>
            <a:off x="5128355" y="5389531"/>
            <a:ext cx="1935480" cy="9023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lnSpc>
                <a:spcPts val="2400"/>
              </a:lnSpc>
              <a:buNone/>
            </a:pPr>
            <a:r>
              <a:rPr lang="en-US" sz="1600" b="1" spc="54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Subtitle</a:t>
            </a:r>
            <a:br/>
            <a:r>
              <a:rPr lang="en-US" sz="1600" b="1" spc="54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eface-title-slot Placeholder Carrier"/>
          <p:cNvSpPr txBox="1"/>
          <p:nvPr>
            <p:ph type="title"/>
          </p:nvPr>
        </p:nvSpPr>
        <p:spPr>
          <a:xfrm>
            <a:off x="1295495" y="1254062"/>
            <a:ext cx="2496312" cy="119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7200" b="1" dirty="0">
                <a:solidFill>
                  <a:srgbClr val="F8F8F8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10" name="preface-body-slot Placeholder Carrier"/>
          <p:cNvSpPr txBox="1"/>
          <p:nvPr>
            <p:ph type="body" idx="1"/>
          </p:nvPr>
        </p:nvSpPr>
        <p:spPr>
          <a:xfrm>
            <a:off x="4476750" y="2049875"/>
            <a:ext cx="5334000" cy="2584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0D0D0D"/>
                </a:solidFill>
                <a:latin typeface="微软雅黑"/>
                <a:ea typeface="微软雅黑"/>
                <a:cs typeface="微软雅黑"/>
              </a:rPr>
              <a:t>Content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c-title-slot Placeholder Carrier"/>
          <p:cNvSpPr txBox="1"/>
          <p:nvPr>
            <p:ph type="title"/>
          </p:nvPr>
        </p:nvSpPr>
        <p:spPr>
          <a:xfrm>
            <a:off x="1295495" y="1254062"/>
            <a:ext cx="2496312" cy="119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7200" b="1" dirty="0">
                <a:solidFill>
                  <a:srgbClr val="F8F8F8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10" name="toc-body-slot Placeholder Carrier"/>
          <p:cNvSpPr txBox="1"/>
          <p:nvPr>
            <p:ph type="body" idx="1"/>
          </p:nvPr>
        </p:nvSpPr>
        <p:spPr>
          <a:xfrm>
            <a:off x="5260943" y="1296638"/>
            <a:ext cx="4671060" cy="37763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Toc Item 1 Title</a:t>
            </a:r>
            <a:br/>
            <a:r>
              <a:rPr lang="en-US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Toc Item 2 Title</a:t>
            </a:r>
            <a:br/>
            <a:r>
              <a:rPr lang="en-US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Toc Item 3 Title</a:t>
            </a:r>
            <a:br/>
            <a:r>
              <a:rPr lang="en-US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Toc Item 4 Title</a:t>
            </a:r>
            <a:br/>
            <a:r>
              <a:rPr lang="en-US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Toc Item 5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-num-slot Placeholder Carrier"/>
          <p:cNvSpPr txBox="1"/>
          <p:nvPr>
            <p:ph type="body" idx="1"/>
          </p:nvPr>
        </p:nvSpPr>
        <p:spPr>
          <a:xfrm>
            <a:off x="5098161" y="1619250"/>
            <a:ext cx="2264188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01</a:t>
            </a:r>
          </a:p>
        </p:txBody>
      </p:sp>
      <p:sp>
        <p:nvSpPr>
          <p:cNvPr id="10" name="chapter-title-slot Placeholder Carrier"/>
          <p:cNvSpPr txBox="1"/>
          <p:nvPr>
            <p:ph type="title"/>
          </p:nvPr>
        </p:nvSpPr>
        <p:spPr>
          <a:xfrm>
            <a:off x="3133058" y="4060793"/>
            <a:ext cx="5925788" cy="1076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Chapter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ank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7" name="blank-body-slot Placeholder Carrier"/>
          <p:cNvSpPr txBox="1"/>
          <p:nvPr>
            <p:ph type="body" idx="1"/>
          </p:nvPr>
        </p:nvSpPr>
        <p:spPr>
          <a:xfrm>
            <a:off x="728853" y="1184624"/>
            <a:ext cx="10569607" cy="48431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Content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textl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6" name="imagetextl-body-slot Placeholder Carrier"/>
          <p:cNvSpPr txBox="1"/>
          <p:nvPr>
            <p:ph type="body" idx="1"/>
          </p:nvPr>
        </p:nvSpPr>
        <p:spPr>
          <a:xfrm>
            <a:off x="914400" y="1428750"/>
            <a:ext cx="5334000" cy="438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Content Area</a:t>
            </a:r>
          </a:p>
        </p:txBody>
      </p:sp>
      <p:pic>
        <p:nvPicPr>
          <p:cNvPr id="7" name="imagetextl-pic-slot-1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5000" t="0" r="5000" b="0"/>
          <a:stretch>
            <a:fillRect/>
          </a:stretch>
        </p:blipFill>
        <p:spPr>
          <a:xfrm>
            <a:off x="6667500" y="1428750"/>
            <a:ext cx="4572000" cy="2857500"/>
          </a:xfrm>
          <a:prstGeom prst="rect">
            <a:avLst/>
          </a:prstGeom>
        </p:spPr>
      </p:pic>
      <p:pic>
        <p:nvPicPr>
          <p:cNvPr id="8" name="imagetextl-pic-slot-2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0" t="20370" r="0" b="20371"/>
          <a:stretch>
            <a:fillRect/>
          </a:stretch>
        </p:blipFill>
        <p:spPr>
          <a:xfrm>
            <a:off x="6667500" y="4476750"/>
            <a:ext cx="4572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textt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6" name="imagetextt-body-slot Placeholder Carrier"/>
          <p:cNvSpPr txBox="1"/>
          <p:nvPr>
            <p:ph type="body" idx="1"/>
          </p:nvPr>
        </p:nvSpPr>
        <p:spPr>
          <a:xfrm>
            <a:off x="914400" y="1428750"/>
            <a:ext cx="1019175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Content Area</a:t>
            </a:r>
          </a:p>
        </p:txBody>
      </p:sp>
      <p:pic>
        <p:nvPicPr>
          <p:cNvPr id="7" name="imagetextt-pic-slot-1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30893" r="0" b="30893"/>
          <a:stretch>
            <a:fillRect/>
          </a:stretch>
        </p:blipFill>
        <p:spPr>
          <a:xfrm>
            <a:off x="914400" y="3905250"/>
            <a:ext cx="1019175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mphasis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7" name="emphasis-key-slot Placeholder Carrier"/>
          <p:cNvSpPr txBox="1"/>
          <p:nvPr>
            <p:ph type="body" idx="1"/>
          </p:nvPr>
        </p:nvSpPr>
        <p:spPr>
          <a:xfrm>
            <a:off x="1181100" y="1524000"/>
            <a:ext cx="97155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45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Key Message</a:t>
            </a:r>
          </a:p>
        </p:txBody>
      </p:sp>
      <p:sp>
        <p:nvSpPr>
          <p:cNvPr id="8" name="emphasis-body-slot Placeholder Carrier"/>
          <p:cNvSpPr txBox="1"/>
          <p:nvPr>
            <p:ph type="body" idx="2"/>
          </p:nvPr>
        </p:nvSpPr>
        <p:spPr>
          <a:xfrm>
            <a:off x="1181100" y="2952750"/>
            <a:ext cx="9715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Content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hl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8" name="texthl-body-slot Placeholder Carrier"/>
          <p:cNvSpPr txBox="1"/>
          <p:nvPr>
            <p:ph type="body" idx="1"/>
          </p:nvPr>
        </p:nvSpPr>
        <p:spPr>
          <a:xfrm>
            <a:off x="914400" y="1333500"/>
            <a:ext cx="10191750" cy="295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Content Area</a:t>
            </a:r>
          </a:p>
        </p:txBody>
      </p:sp>
      <p:sp>
        <p:nvSpPr>
          <p:cNvPr id="9" name="texthl-highlight-slot Placeholder Carrier"/>
          <p:cNvSpPr txBox="1"/>
          <p:nvPr>
            <p:ph type="body" idx="2"/>
          </p:nvPr>
        </p:nvSpPr>
        <p:spPr>
          <a:xfrm>
            <a:off x="914400" y="4476750"/>
            <a:ext cx="101917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Highlight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ullets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8" name="bullets-col1-title-slot Placeholder Carrier"/>
          <p:cNvSpPr txBox="1"/>
          <p:nvPr>
            <p:ph type="body" idx="1"/>
          </p:nvPr>
        </p:nvSpPr>
        <p:spPr>
          <a:xfrm>
            <a:off x="1143000" y="15240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Col 1 Title</a:t>
            </a:r>
          </a:p>
        </p:txBody>
      </p:sp>
      <p:sp>
        <p:nvSpPr>
          <p:cNvPr id="9" name="bullets-col1-body-slot Placeholder Carrier"/>
          <p:cNvSpPr txBox="1"/>
          <p:nvPr>
            <p:ph type="body" idx="2"/>
          </p:nvPr>
        </p:nvSpPr>
        <p:spPr>
          <a:xfrm>
            <a:off x="1143000" y="2038350"/>
            <a:ext cx="4572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Col 1 Body</a:t>
            </a:r>
          </a:p>
        </p:txBody>
      </p:sp>
      <p:sp>
        <p:nvSpPr>
          <p:cNvPr id="10" name="bullets-col2-title-slot Placeholder Carrier"/>
          <p:cNvSpPr txBox="1"/>
          <p:nvPr>
            <p:ph type="body" idx="3"/>
          </p:nvPr>
        </p:nvSpPr>
        <p:spPr>
          <a:xfrm>
            <a:off x="6515100" y="15240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Col 2 Title</a:t>
            </a:r>
          </a:p>
        </p:txBody>
      </p:sp>
      <p:sp>
        <p:nvSpPr>
          <p:cNvPr id="11" name="bullets-col2-body-slot Placeholder Carrier"/>
          <p:cNvSpPr txBox="1"/>
          <p:nvPr>
            <p:ph type="body" idx="4"/>
          </p:nvPr>
        </p:nvSpPr>
        <p:spPr>
          <a:xfrm>
            <a:off x="6515100" y="2038350"/>
            <a:ext cx="4572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Col 2 Body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mpare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9" name="compare-before-title-slot Placeholder Carrier"/>
          <p:cNvSpPr txBox="1"/>
          <p:nvPr>
            <p:ph type="body" idx="1"/>
          </p:nvPr>
        </p:nvSpPr>
        <p:spPr>
          <a:xfrm>
            <a:off x="1104900" y="18097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Before Title</a:t>
            </a:r>
          </a:p>
        </p:txBody>
      </p:sp>
      <p:sp>
        <p:nvSpPr>
          <p:cNvPr id="10" name="compare-before-body-slot Placeholder Carrier"/>
          <p:cNvSpPr txBox="1"/>
          <p:nvPr>
            <p:ph type="body" idx="2"/>
          </p:nvPr>
        </p:nvSpPr>
        <p:spPr>
          <a:xfrm>
            <a:off x="1104900" y="2286000"/>
            <a:ext cx="4572000" cy="3333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Before Body</a:t>
            </a:r>
          </a:p>
        </p:txBody>
      </p:sp>
      <p:sp>
        <p:nvSpPr>
          <p:cNvPr id="11" name="compare-after-title-slot Placeholder Carrier"/>
          <p:cNvSpPr txBox="1"/>
          <p:nvPr>
            <p:ph type="body" idx="3"/>
          </p:nvPr>
        </p:nvSpPr>
        <p:spPr>
          <a:xfrm>
            <a:off x="6477000" y="18097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After Title</a:t>
            </a:r>
          </a:p>
        </p:txBody>
      </p:sp>
      <p:sp>
        <p:nvSpPr>
          <p:cNvPr id="12" name="compare-after-body-slot Placeholder Carrier"/>
          <p:cNvSpPr txBox="1"/>
          <p:nvPr>
            <p:ph type="body" idx="4"/>
          </p:nvPr>
        </p:nvSpPr>
        <p:spPr>
          <a:xfrm>
            <a:off x="6477000" y="2286000"/>
            <a:ext cx="4572000" cy="3333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After Body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rics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10" name="metrics-1-num-slot Placeholder Carrier"/>
          <p:cNvSpPr txBox="1"/>
          <p:nvPr>
            <p:ph type="body" idx="1"/>
          </p:nvPr>
        </p:nvSpPr>
        <p:spPr>
          <a:xfrm>
            <a:off x="1104900" y="190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metrics-1-title-slot Placeholder Carrier"/>
          <p:cNvSpPr txBox="1"/>
          <p:nvPr>
            <p:ph type="body" idx="2"/>
          </p:nvPr>
        </p:nvSpPr>
        <p:spPr>
          <a:xfrm>
            <a:off x="1104900" y="257175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Metric 1 Title</a:t>
            </a:r>
          </a:p>
        </p:txBody>
      </p:sp>
      <p:sp>
        <p:nvSpPr>
          <p:cNvPr id="12" name="metrics-1-body-slot Placeholder Carrier"/>
          <p:cNvSpPr txBox="1"/>
          <p:nvPr>
            <p:ph type="body" idx="3"/>
          </p:nvPr>
        </p:nvSpPr>
        <p:spPr>
          <a:xfrm>
            <a:off x="1104900" y="3086100"/>
            <a:ext cx="1952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Metric 1 Body</a:t>
            </a:r>
          </a:p>
        </p:txBody>
      </p:sp>
      <p:sp>
        <p:nvSpPr>
          <p:cNvPr id="13" name="metrics-2-num-slot Placeholder Carrier"/>
          <p:cNvSpPr txBox="1"/>
          <p:nvPr>
            <p:ph type="body" idx="4"/>
          </p:nvPr>
        </p:nvSpPr>
        <p:spPr>
          <a:xfrm>
            <a:off x="3724275" y="190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metrics-2-title-slot Placeholder Carrier"/>
          <p:cNvSpPr txBox="1"/>
          <p:nvPr>
            <p:ph type="body" idx="5"/>
          </p:nvPr>
        </p:nvSpPr>
        <p:spPr>
          <a:xfrm>
            <a:off x="3724275" y="257175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Metric 2 Title</a:t>
            </a:r>
          </a:p>
        </p:txBody>
      </p:sp>
      <p:sp>
        <p:nvSpPr>
          <p:cNvPr id="15" name="metrics-2-body-slot Placeholder Carrier"/>
          <p:cNvSpPr txBox="1"/>
          <p:nvPr>
            <p:ph type="body" idx="6"/>
          </p:nvPr>
        </p:nvSpPr>
        <p:spPr>
          <a:xfrm>
            <a:off x="3724275" y="3086100"/>
            <a:ext cx="1952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Metric 2 Body</a:t>
            </a:r>
          </a:p>
        </p:txBody>
      </p:sp>
      <p:sp>
        <p:nvSpPr>
          <p:cNvPr id="16" name="metrics-3-num-slot Placeholder Carrier"/>
          <p:cNvSpPr txBox="1"/>
          <p:nvPr>
            <p:ph type="body" idx="7"/>
          </p:nvPr>
        </p:nvSpPr>
        <p:spPr>
          <a:xfrm>
            <a:off x="6343650" y="190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metrics-3-title-slot Placeholder Carrier"/>
          <p:cNvSpPr txBox="1"/>
          <p:nvPr>
            <p:ph type="body" idx="8"/>
          </p:nvPr>
        </p:nvSpPr>
        <p:spPr>
          <a:xfrm>
            <a:off x="6343650" y="257175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Metric 3 Title</a:t>
            </a:r>
          </a:p>
        </p:txBody>
      </p:sp>
      <p:sp>
        <p:nvSpPr>
          <p:cNvPr id="18" name="metrics-3-body-slot Placeholder Carrier"/>
          <p:cNvSpPr txBox="1"/>
          <p:nvPr>
            <p:ph type="body" idx="9"/>
          </p:nvPr>
        </p:nvSpPr>
        <p:spPr>
          <a:xfrm>
            <a:off x="6343650" y="3086100"/>
            <a:ext cx="1952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Metric 3 Body</a:t>
            </a:r>
          </a:p>
        </p:txBody>
      </p:sp>
      <p:sp>
        <p:nvSpPr>
          <p:cNvPr id="19" name="metrics-4-num-slot Placeholder Carrier"/>
          <p:cNvSpPr txBox="1"/>
          <p:nvPr>
            <p:ph type="body" idx="10"/>
          </p:nvPr>
        </p:nvSpPr>
        <p:spPr>
          <a:xfrm>
            <a:off x="8963025" y="1905000"/>
            <a:ext cx="1952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33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0" name="metrics-4-title-slot Placeholder Carrier"/>
          <p:cNvSpPr txBox="1"/>
          <p:nvPr>
            <p:ph type="body" idx="11"/>
          </p:nvPr>
        </p:nvSpPr>
        <p:spPr>
          <a:xfrm>
            <a:off x="8963025" y="2571750"/>
            <a:ext cx="1952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Metric 4 Title</a:t>
            </a:r>
          </a:p>
        </p:txBody>
      </p:sp>
      <p:sp>
        <p:nvSpPr>
          <p:cNvPr id="21" name="metrics-4-body-slot Placeholder Carrier"/>
          <p:cNvSpPr txBox="1"/>
          <p:nvPr>
            <p:ph type="body" idx="12"/>
          </p:nvPr>
        </p:nvSpPr>
        <p:spPr>
          <a:xfrm>
            <a:off x="8963025" y="3086100"/>
            <a:ext cx="1952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Metric 4 Body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mps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9" name="cmps-before-title-slot Placeholder Carrier"/>
          <p:cNvSpPr txBox="1"/>
          <p:nvPr>
            <p:ph type="body" idx="1"/>
          </p:nvPr>
        </p:nvSpPr>
        <p:spPr>
          <a:xfrm>
            <a:off x="1009650" y="1809750"/>
            <a:ext cx="2762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Before Title</a:t>
            </a:r>
          </a:p>
        </p:txBody>
      </p:sp>
      <p:sp>
        <p:nvSpPr>
          <p:cNvPr id="10" name="cmps-before-body-slot Placeholder Carrier"/>
          <p:cNvSpPr txBox="1"/>
          <p:nvPr>
            <p:ph type="body" idx="2"/>
          </p:nvPr>
        </p:nvSpPr>
        <p:spPr>
          <a:xfrm>
            <a:off x="1009650" y="2190750"/>
            <a:ext cx="276225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Before Body</a:t>
            </a:r>
          </a:p>
        </p:txBody>
      </p:sp>
      <p:sp>
        <p:nvSpPr>
          <p:cNvPr id="11" name="cmps-after-title-slot Placeholder Carrier"/>
          <p:cNvSpPr txBox="1"/>
          <p:nvPr>
            <p:ph type="body" idx="3"/>
          </p:nvPr>
        </p:nvSpPr>
        <p:spPr>
          <a:xfrm>
            <a:off x="4095750" y="1809750"/>
            <a:ext cx="2762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After Title</a:t>
            </a:r>
          </a:p>
        </p:txBody>
      </p:sp>
      <p:sp>
        <p:nvSpPr>
          <p:cNvPr id="12" name="cmps-after-body-slot Placeholder Carrier"/>
          <p:cNvSpPr txBox="1"/>
          <p:nvPr>
            <p:ph type="body" idx="4"/>
          </p:nvPr>
        </p:nvSpPr>
        <p:spPr>
          <a:xfrm>
            <a:off x="4095750" y="2190750"/>
            <a:ext cx="276225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After Body</a:t>
            </a:r>
          </a:p>
        </p:txBody>
      </p:sp>
      <p:pic>
        <p:nvPicPr>
          <p:cNvPr id="13" name="cmps-pic-slot-1 Placeholder Carrier"/>
          <p:cNvPicPr>
            <a:picLocks noChangeAspect="1"/>
          </p:cNvPicPr>
          <p:nvPr>
            <p:ph type="pic" idx="5"/>
          </p:nvPr>
        </p:nvPicPr>
        <p:blipFill>
          <a:blip r:embed="rId3"/>
          <a:srcRect l="22258" t="0" r="22259" b="0"/>
          <a:stretch>
            <a:fillRect/>
          </a:stretch>
        </p:blipFill>
        <p:spPr>
          <a:xfrm>
            <a:off x="7143750" y="1619250"/>
            <a:ext cx="41338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mpm-title-slot Placeholder Carrier"/>
          <p:cNvSpPr txBox="1"/>
          <p:nvPr>
            <p:ph type="title"/>
          </p:nvPr>
        </p:nvSpPr>
        <p:spPr>
          <a:xfrm>
            <a:off x="728853" y="802576"/>
            <a:ext cx="3651218" cy="368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800" b="1" spc="3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Page Title</a:t>
            </a:r>
          </a:p>
        </p:txBody>
      </p:sp>
      <p:sp>
        <p:nvSpPr>
          <p:cNvPr id="9" name="cmpm-before-title-slot Placeholder Carrier"/>
          <p:cNvSpPr txBox="1"/>
          <p:nvPr>
            <p:ph type="body" idx="1"/>
          </p:nvPr>
        </p:nvSpPr>
        <p:spPr>
          <a:xfrm>
            <a:off x="1104900" y="16192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Before Title</a:t>
            </a:r>
          </a:p>
        </p:txBody>
      </p:sp>
      <p:sp>
        <p:nvSpPr>
          <p:cNvPr id="10" name="cmpm-before-body-slot Placeholder Carrier"/>
          <p:cNvSpPr txBox="1"/>
          <p:nvPr>
            <p:ph type="body" idx="2"/>
          </p:nvPr>
        </p:nvSpPr>
        <p:spPr>
          <a:xfrm>
            <a:off x="1104900" y="2000250"/>
            <a:ext cx="4572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Before Body</a:t>
            </a:r>
          </a:p>
        </p:txBody>
      </p:sp>
      <p:sp>
        <p:nvSpPr>
          <p:cNvPr id="11" name="cmpm-after-title-slot Placeholder Carrier"/>
          <p:cNvSpPr txBox="1"/>
          <p:nvPr>
            <p:ph type="body" idx="3"/>
          </p:nvPr>
        </p:nvSpPr>
        <p:spPr>
          <a:xfrm>
            <a:off x="6477000" y="161925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After Title</a:t>
            </a:r>
          </a:p>
        </p:txBody>
      </p:sp>
      <p:sp>
        <p:nvSpPr>
          <p:cNvPr id="12" name="cmpm-after-body-slot Placeholder Carrier"/>
          <p:cNvSpPr txBox="1"/>
          <p:nvPr>
            <p:ph type="body" idx="4"/>
          </p:nvPr>
        </p:nvSpPr>
        <p:spPr>
          <a:xfrm>
            <a:off x="6477000" y="2000250"/>
            <a:ext cx="4572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After Body</a:t>
            </a:r>
          </a:p>
        </p:txBody>
      </p:sp>
      <p:pic>
        <p:nvPicPr>
          <p:cNvPr id="13" name="cmpm-pic-slot-1 Placeholder Carrier"/>
          <p:cNvPicPr>
            <a:picLocks noChangeAspect="1"/>
          </p:cNvPicPr>
          <p:nvPr>
            <p:ph type="pic" idx="5"/>
          </p:nvPr>
        </p:nvPicPr>
        <p:blipFill>
          <a:blip r:embed="rId3"/>
          <a:srcRect l="8424" t="0" r="8424" b="0"/>
          <a:stretch>
            <a:fillRect/>
          </a:stretch>
        </p:blipFill>
        <p:spPr>
          <a:xfrm>
            <a:off x="914400" y="3619500"/>
            <a:ext cx="3238500" cy="2190750"/>
          </a:xfrm>
          <a:prstGeom prst="rect">
            <a:avLst/>
          </a:prstGeom>
        </p:spPr>
      </p:pic>
      <p:pic>
        <p:nvPicPr>
          <p:cNvPr id="14" name="cmpm-pic-slot-2 Placeholder Carrier"/>
          <p:cNvPicPr>
            <a:picLocks noChangeAspect="1"/>
          </p:cNvPicPr>
          <p:nvPr>
            <p:ph type="pic" idx="6"/>
          </p:nvPr>
        </p:nvPicPr>
        <p:blipFill>
          <a:blip r:embed="rId4"/>
          <a:srcRect l="8424" t="0" r="8424" b="0"/>
          <a:stretch>
            <a:fillRect/>
          </a:stretch>
        </p:blipFill>
        <p:spPr>
          <a:xfrm>
            <a:off x="4343400" y="3619500"/>
            <a:ext cx="3238500" cy="2190750"/>
          </a:xfrm>
          <a:prstGeom prst="rect">
            <a:avLst/>
          </a:prstGeom>
        </p:spPr>
      </p:pic>
      <p:pic>
        <p:nvPicPr>
          <p:cNvPr id="15" name="cmpm-pic-slot-3 Placeholder Carrier"/>
          <p:cNvPicPr>
            <a:picLocks noChangeAspect="1"/>
          </p:cNvPicPr>
          <p:nvPr>
            <p:ph type="pic" idx="7"/>
          </p:nvPr>
        </p:nvPicPr>
        <p:blipFill>
          <a:blip r:embed="rId5"/>
          <a:srcRect l="8424" t="0" r="8424" b="0"/>
          <a:stretch>
            <a:fillRect/>
          </a:stretch>
        </p:blipFill>
        <p:spPr>
          <a:xfrm>
            <a:off x="7772400" y="3619500"/>
            <a:ext cx="323850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2026-09-02T07:14:47Z</dcterms:created>
  <dcterms:modified xsi:type="dcterms:W3CDTF">2026-09-02T07:14:47Z</dcterms:modified>
  <cp:category/>
  <cp:contentStatus/>
</cp:coreProperties>
</file>