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5f90e39770c1f9a4.png"/>
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5f90e39770c1f9a4.png"/>
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7cf7b5ac22b3b072.png"/>
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5f90e39770c1f9a4.png"/>
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5f90e39770c1f9a4.png"/>
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5f90e39770c1f9a4.png"/>
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band Layout"/>
          <p:cNvSpPr/>
          <p:nvPr/>
        </p:nvSpPr>
        <p:spPr>
          <a:xfrm>
            <a:off x="0" y="1817656"/>
            <a:ext cx="12192000" cy="2556129"/>
          </a:xfrm>
          <a:prstGeom prst="rect">
            <a:avLst/>
          </a:prstGeom>
          <a:solidFill>
            <a:srgbClr val="BF8E2B"/>
          </a:solidFill>
          <a:ln>
            <a:noFill/>
          </a:ln>
          <a:effectLst>
            <a:outerShdw blurRad="67818" dist="50768" dir="0" algn="l" rotWithShape="0">
              <a:srgbClr val="000000">
                <a:alpha val="30000"/>
              </a:srgbClr>
            </a:outerShdw>
          </a:effectLst>
        </p:spPr>
      </p:sp>
      <p:sp>
        <p:nvSpPr>
          <p:cNvPr id="3" name="cover-block Layout"/>
          <p:cNvSpPr/>
          <p:nvPr/>
        </p:nvSpPr>
        <p:spPr>
          <a:xfrm>
            <a:off x="496919" y="822293"/>
            <a:ext cx="2526792" cy="2526792"/>
          </a:xfrm>
          <a:prstGeom prst="rect">
            <a:avLst/>
          </a:prstGeom>
          <a:solidFill>
            <a:srgbClr val="6A3F10">
              <a:alpha val="86000"/>
            </a:srgbClr>
          </a:solidFill>
          <a:ln>
            <a:noFill/>
          </a:ln>
        </p:spPr>
      </p:sp>
      <p:sp>
        <p:nvSpPr>
          <p:cNvPr id="4" name="cover-hatch Layout"/>
          <p:cNvSpPr/>
          <p:nvPr/>
        </p:nvSpPr>
        <p:spPr>
          <a:xfrm>
            <a:off x="3209639" y="4402741"/>
            <a:ext cx="8940070" cy="411290"/>
          </a:xfrm>
          <a:custGeom>
            <a:avLst/>
            <a:gdLst/>
            <a:ahLst/>
            <a:cxnLst/>
            <a:rect l="l" t="t" r="r" b="b"/>
            <a:pathLst>
              <a:path w="8940070" h="411290">
                <a:moveTo>
                  <a:pt x="0" y="411290"/>
                </a:moveTo>
                <a:lnTo>
                  <a:pt x="411385" y="0"/>
                </a:lnTo>
                <a:moveTo>
                  <a:pt x="115252" y="411290"/>
                </a:moveTo>
                <a:lnTo>
                  <a:pt x="526637" y="0"/>
                </a:lnTo>
                <a:moveTo>
                  <a:pt x="230505" y="411290"/>
                </a:moveTo>
                <a:lnTo>
                  <a:pt x="641890" y="0"/>
                </a:lnTo>
                <a:moveTo>
                  <a:pt x="345757" y="411290"/>
                </a:moveTo>
                <a:lnTo>
                  <a:pt x="757142" y="0"/>
                </a:lnTo>
                <a:moveTo>
                  <a:pt x="461010" y="411290"/>
                </a:moveTo>
                <a:lnTo>
                  <a:pt x="872395" y="0"/>
                </a:lnTo>
                <a:moveTo>
                  <a:pt x="576262" y="411290"/>
                </a:moveTo>
                <a:lnTo>
                  <a:pt x="987647" y="0"/>
                </a:lnTo>
                <a:moveTo>
                  <a:pt x="691515" y="411290"/>
                </a:moveTo>
                <a:lnTo>
                  <a:pt x="1102900" y="0"/>
                </a:lnTo>
                <a:moveTo>
                  <a:pt x="806767" y="411290"/>
                </a:moveTo>
                <a:lnTo>
                  <a:pt x="1218152" y="0"/>
                </a:lnTo>
                <a:moveTo>
                  <a:pt x="922020" y="411290"/>
                </a:moveTo>
                <a:lnTo>
                  <a:pt x="1333405" y="0"/>
                </a:lnTo>
                <a:moveTo>
                  <a:pt x="1037272" y="411290"/>
                </a:moveTo>
                <a:lnTo>
                  <a:pt x="1448657" y="0"/>
                </a:lnTo>
                <a:moveTo>
                  <a:pt x="1152525" y="411290"/>
                </a:moveTo>
                <a:lnTo>
                  <a:pt x="1563910" y="0"/>
                </a:lnTo>
                <a:moveTo>
                  <a:pt x="1267777" y="411290"/>
                </a:moveTo>
                <a:lnTo>
                  <a:pt x="1679162" y="0"/>
                </a:lnTo>
                <a:moveTo>
                  <a:pt x="1383030" y="411290"/>
                </a:moveTo>
                <a:lnTo>
                  <a:pt x="1794415" y="0"/>
                </a:lnTo>
                <a:moveTo>
                  <a:pt x="1498282" y="411290"/>
                </a:moveTo>
                <a:lnTo>
                  <a:pt x="1909667" y="0"/>
                </a:lnTo>
                <a:moveTo>
                  <a:pt x="1613535" y="411290"/>
                </a:moveTo>
                <a:lnTo>
                  <a:pt x="2024920" y="0"/>
                </a:lnTo>
                <a:moveTo>
                  <a:pt x="1728788" y="411290"/>
                </a:moveTo>
                <a:lnTo>
                  <a:pt x="2140172" y="0"/>
                </a:lnTo>
                <a:moveTo>
                  <a:pt x="1844040" y="411290"/>
                </a:moveTo>
                <a:lnTo>
                  <a:pt x="2255425" y="0"/>
                </a:lnTo>
                <a:moveTo>
                  <a:pt x="1959292" y="411290"/>
                </a:moveTo>
                <a:lnTo>
                  <a:pt x="2370677" y="0"/>
                </a:lnTo>
                <a:moveTo>
                  <a:pt x="2074545" y="411290"/>
                </a:moveTo>
                <a:lnTo>
                  <a:pt x="2485930" y="0"/>
                </a:lnTo>
                <a:moveTo>
                  <a:pt x="2189798" y="411290"/>
                </a:moveTo>
                <a:lnTo>
                  <a:pt x="2601182" y="0"/>
                </a:lnTo>
                <a:moveTo>
                  <a:pt x="2305050" y="411290"/>
                </a:moveTo>
                <a:lnTo>
                  <a:pt x="2716435" y="0"/>
                </a:lnTo>
                <a:moveTo>
                  <a:pt x="2420302" y="411290"/>
                </a:moveTo>
                <a:lnTo>
                  <a:pt x="2831687" y="0"/>
                </a:lnTo>
                <a:moveTo>
                  <a:pt x="2535555" y="411290"/>
                </a:moveTo>
                <a:lnTo>
                  <a:pt x="2946940" y="0"/>
                </a:lnTo>
                <a:moveTo>
                  <a:pt x="2650807" y="411290"/>
                </a:moveTo>
                <a:lnTo>
                  <a:pt x="3062192" y="0"/>
                </a:lnTo>
                <a:moveTo>
                  <a:pt x="2766060" y="411290"/>
                </a:moveTo>
                <a:lnTo>
                  <a:pt x="3177445" y="0"/>
                </a:lnTo>
                <a:moveTo>
                  <a:pt x="2881312" y="411290"/>
                </a:moveTo>
                <a:lnTo>
                  <a:pt x="3292697" y="0"/>
                </a:lnTo>
                <a:moveTo>
                  <a:pt x="2996565" y="411290"/>
                </a:moveTo>
                <a:lnTo>
                  <a:pt x="3407950" y="0"/>
                </a:lnTo>
                <a:moveTo>
                  <a:pt x="3111817" y="411290"/>
                </a:moveTo>
                <a:lnTo>
                  <a:pt x="3523202" y="0"/>
                </a:lnTo>
                <a:moveTo>
                  <a:pt x="3227070" y="411290"/>
                </a:moveTo>
                <a:lnTo>
                  <a:pt x="3638455" y="0"/>
                </a:lnTo>
                <a:moveTo>
                  <a:pt x="3342322" y="411290"/>
                </a:moveTo>
                <a:lnTo>
                  <a:pt x="3753707" y="0"/>
                </a:lnTo>
                <a:moveTo>
                  <a:pt x="3457575" y="411290"/>
                </a:moveTo>
                <a:lnTo>
                  <a:pt x="3868960" y="0"/>
                </a:lnTo>
                <a:moveTo>
                  <a:pt x="3572828" y="411290"/>
                </a:moveTo>
                <a:lnTo>
                  <a:pt x="3984212" y="0"/>
                </a:lnTo>
                <a:moveTo>
                  <a:pt x="3688080" y="411290"/>
                </a:moveTo>
                <a:lnTo>
                  <a:pt x="4099465" y="0"/>
                </a:lnTo>
                <a:moveTo>
                  <a:pt x="3803332" y="411290"/>
                </a:moveTo>
                <a:lnTo>
                  <a:pt x="4214717" y="0"/>
                </a:lnTo>
                <a:moveTo>
                  <a:pt x="3918585" y="411290"/>
                </a:moveTo>
                <a:lnTo>
                  <a:pt x="4329970" y="0"/>
                </a:lnTo>
                <a:moveTo>
                  <a:pt x="4033838" y="411290"/>
                </a:moveTo>
                <a:lnTo>
                  <a:pt x="4445222" y="0"/>
                </a:lnTo>
                <a:moveTo>
                  <a:pt x="4149090" y="411290"/>
                </a:moveTo>
                <a:lnTo>
                  <a:pt x="4560475" y="0"/>
                </a:lnTo>
                <a:moveTo>
                  <a:pt x="4264342" y="411290"/>
                </a:moveTo>
                <a:lnTo>
                  <a:pt x="4675727" y="0"/>
                </a:lnTo>
                <a:moveTo>
                  <a:pt x="4379595" y="411290"/>
                </a:moveTo>
                <a:lnTo>
                  <a:pt x="4790980" y="0"/>
                </a:lnTo>
                <a:moveTo>
                  <a:pt x="4494848" y="411290"/>
                </a:moveTo>
                <a:lnTo>
                  <a:pt x="4906232" y="0"/>
                </a:lnTo>
                <a:moveTo>
                  <a:pt x="4610100" y="411290"/>
                </a:moveTo>
                <a:lnTo>
                  <a:pt x="5021485" y="0"/>
                </a:lnTo>
                <a:moveTo>
                  <a:pt x="4725352" y="411290"/>
                </a:moveTo>
                <a:lnTo>
                  <a:pt x="5136737" y="0"/>
                </a:lnTo>
                <a:moveTo>
                  <a:pt x="4840605" y="411290"/>
                </a:moveTo>
                <a:lnTo>
                  <a:pt x="5251990" y="0"/>
                </a:lnTo>
                <a:moveTo>
                  <a:pt x="4955858" y="411290"/>
                </a:moveTo>
                <a:lnTo>
                  <a:pt x="5367242" y="0"/>
                </a:lnTo>
                <a:moveTo>
                  <a:pt x="5071110" y="411290"/>
                </a:moveTo>
                <a:lnTo>
                  <a:pt x="5482495" y="0"/>
                </a:lnTo>
                <a:moveTo>
                  <a:pt x="5186362" y="411290"/>
                </a:moveTo>
                <a:lnTo>
                  <a:pt x="5597747" y="0"/>
                </a:lnTo>
                <a:moveTo>
                  <a:pt x="5301615" y="411290"/>
                </a:moveTo>
                <a:lnTo>
                  <a:pt x="5713000" y="0"/>
                </a:lnTo>
                <a:moveTo>
                  <a:pt x="5416867" y="411290"/>
                </a:moveTo>
                <a:lnTo>
                  <a:pt x="5828252" y="0"/>
                </a:lnTo>
                <a:moveTo>
                  <a:pt x="5532120" y="411290"/>
                </a:moveTo>
                <a:lnTo>
                  <a:pt x="5943505" y="0"/>
                </a:lnTo>
                <a:moveTo>
                  <a:pt x="5647372" y="411290"/>
                </a:moveTo>
                <a:lnTo>
                  <a:pt x="6058757" y="0"/>
                </a:lnTo>
                <a:moveTo>
                  <a:pt x="5762625" y="411290"/>
                </a:moveTo>
                <a:lnTo>
                  <a:pt x="6174010" y="0"/>
                </a:lnTo>
                <a:moveTo>
                  <a:pt x="5877878" y="411290"/>
                </a:moveTo>
                <a:lnTo>
                  <a:pt x="6289262" y="0"/>
                </a:lnTo>
                <a:moveTo>
                  <a:pt x="5993130" y="411290"/>
                </a:moveTo>
                <a:lnTo>
                  <a:pt x="6404515" y="0"/>
                </a:lnTo>
                <a:moveTo>
                  <a:pt x="6108382" y="411290"/>
                </a:moveTo>
                <a:lnTo>
                  <a:pt x="6519767" y="0"/>
                </a:lnTo>
                <a:moveTo>
                  <a:pt x="6223635" y="411290"/>
                </a:moveTo>
                <a:lnTo>
                  <a:pt x="6635020" y="0"/>
                </a:lnTo>
                <a:moveTo>
                  <a:pt x="6338888" y="411290"/>
                </a:moveTo>
                <a:lnTo>
                  <a:pt x="6750272" y="0"/>
                </a:lnTo>
                <a:moveTo>
                  <a:pt x="6454140" y="411290"/>
                </a:moveTo>
                <a:lnTo>
                  <a:pt x="6865525" y="0"/>
                </a:lnTo>
                <a:moveTo>
                  <a:pt x="6569392" y="411290"/>
                </a:moveTo>
                <a:lnTo>
                  <a:pt x="6980777" y="0"/>
                </a:lnTo>
                <a:moveTo>
                  <a:pt x="6684645" y="411290"/>
                </a:moveTo>
                <a:lnTo>
                  <a:pt x="7096030" y="0"/>
                </a:lnTo>
                <a:moveTo>
                  <a:pt x="6799897" y="411290"/>
                </a:moveTo>
                <a:lnTo>
                  <a:pt x="7211282" y="0"/>
                </a:lnTo>
                <a:moveTo>
                  <a:pt x="6915150" y="411290"/>
                </a:moveTo>
                <a:lnTo>
                  <a:pt x="7326535" y="0"/>
                </a:lnTo>
                <a:moveTo>
                  <a:pt x="7030402" y="411290"/>
                </a:moveTo>
                <a:lnTo>
                  <a:pt x="7441787" y="0"/>
                </a:lnTo>
                <a:moveTo>
                  <a:pt x="7145655" y="411290"/>
                </a:moveTo>
                <a:lnTo>
                  <a:pt x="7557040" y="0"/>
                </a:lnTo>
                <a:moveTo>
                  <a:pt x="7260908" y="411290"/>
                </a:moveTo>
                <a:lnTo>
                  <a:pt x="7672292" y="0"/>
                </a:lnTo>
                <a:moveTo>
                  <a:pt x="7376160" y="411290"/>
                </a:moveTo>
                <a:lnTo>
                  <a:pt x="7787545" y="0"/>
                </a:lnTo>
                <a:moveTo>
                  <a:pt x="7491412" y="411290"/>
                </a:moveTo>
                <a:lnTo>
                  <a:pt x="7902797" y="0"/>
                </a:lnTo>
                <a:moveTo>
                  <a:pt x="7606665" y="411290"/>
                </a:moveTo>
                <a:lnTo>
                  <a:pt x="8018050" y="0"/>
                </a:lnTo>
                <a:moveTo>
                  <a:pt x="7721918" y="411290"/>
                </a:moveTo>
                <a:lnTo>
                  <a:pt x="8133302" y="0"/>
                </a:lnTo>
                <a:moveTo>
                  <a:pt x="7837170" y="411290"/>
                </a:moveTo>
                <a:lnTo>
                  <a:pt x="8248555" y="0"/>
                </a:lnTo>
                <a:moveTo>
                  <a:pt x="7952422" y="411290"/>
                </a:moveTo>
                <a:lnTo>
                  <a:pt x="8363807" y="0"/>
                </a:lnTo>
                <a:moveTo>
                  <a:pt x="8067675" y="411290"/>
                </a:moveTo>
                <a:lnTo>
                  <a:pt x="8479060" y="0"/>
                </a:lnTo>
                <a:moveTo>
                  <a:pt x="8182927" y="411290"/>
                </a:moveTo>
                <a:lnTo>
                  <a:pt x="8594312" y="0"/>
                </a:lnTo>
                <a:moveTo>
                  <a:pt x="8298180" y="411290"/>
                </a:moveTo>
                <a:lnTo>
                  <a:pt x="8709565" y="0"/>
                </a:lnTo>
                <a:moveTo>
                  <a:pt x="8413432" y="411290"/>
                </a:moveTo>
                <a:lnTo>
                  <a:pt x="8824817" y="0"/>
                </a:lnTo>
                <a:moveTo>
                  <a:pt x="8528685" y="411290"/>
                </a:moveTo>
                <a:lnTo>
                  <a:pt x="8940070" y="0"/>
                </a:lnTo>
              </a:path>
            </a:pathLst>
          </a:custGeom>
          <a:noFill/>
          <a:ln w="22860">
            <a:solidFill>
              <a:srgbClr val="808080"/>
            </a:solidFill>
          </a:ln>
        </p:spPr>
      </p:sp>
      <p:pic>
        <p:nvPicPr>
          <p:cNvPr id="5" name="cover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79" y="204692"/>
            <a:ext cx="1402556" cy="340614"/>
          </a:xfrm>
          <a:prstGeom prst="rect">
            <a:avLst/>
          </a:prstGeom>
        </p:spPr>
      </p:pic>
      <p:sp>
        <p:nvSpPr>
          <p:cNvPr id="6" name="cover-slogan Layout"/>
          <p:cNvSpPr txBox="1"/>
          <p:nvPr/>
        </p:nvSpPr>
        <p:spPr>
          <a:xfrm>
            <a:off x="10627020" y="6296254"/>
            <a:ext cx="1400145" cy="286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70" dirty="0">
                <a:solidFill>
                  <a:srgbClr val="632523"/>
                </a:solidFill>
                <a:latin typeface="方正小标宋_GBK"/>
                <a:ea typeface="Microsoft YaHei"/>
                <a:cs typeface="方正小标宋_GBK"/>
              </a:rPr>
              <a:t>产业新城运营商</a:t>
            </a:r>
          </a:p>
        </p:txBody>
      </p:sp>
      <p:sp>
        <p:nvSpPr>
          <p:cNvPr id="7" name="cover-site Layout"/>
          <p:cNvSpPr txBox="1"/>
          <p:nvPr/>
        </p:nvSpPr>
        <p:spPr>
          <a:xfrm>
            <a:off x="9931272" y="6503484"/>
            <a:ext cx="2134492" cy="2738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00" dirty="0">
                <a:solidFill>
                  <a:srgbClr val="632523"/>
                </a:solidFill>
                <a:latin typeface="Microsoft YaHei"/>
                <a:ea typeface="Microsoft YaHei"/>
                <a:cs typeface="Microsoft YaHei"/>
              </a:rPr>
              <a:t>www.bdagroup.com.cn</a:t>
            </a:r>
          </a:p>
        </p:txBody>
      </p:sp>
      <p:sp>
        <p:nvSpPr>
          <p:cNvPr id="8" name="cover-title-slot Placeholder"/>
          <p:cNvSpPr>
            <a:spLocks noGrp="1"/>
          </p:cNvSpPr>
          <p:nvPr>
            <p:ph type="title"/>
          </p:nvPr>
        </p:nvSpPr>
        <p:spPr>
          <a:xfrm>
            <a:off x="3888105" y="2276570"/>
            <a:ext cx="7584853" cy="15579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4800"/>
            </a:lvl1pPr>
          </a:lstStyle>
          <a:p>
            <a:pPr algn="ctr"/>
            <a:r>
              <a:rPr lang="en-US" sz="4800" dirty="0">
                <a:gradFill>
                  <a:gsLst>
                    <a:gs pos="0">
                      <a:srgbClr val="FFFFFF"/>
                    </a:gs>
                    <a:gs pos="84000">
                      <a:srgbClr val="FFFFFF"/>
                    </a:gs>
                    <a:gs pos="100000">
                      <a:srgbClr val="632523">
                        <a:alpha val="75000"/>
                      </a:srgbClr>
                    </a:gs>
                  </a:gsLst>
                  <a:lin ang="5400000" scaled="1"/>
                </a:gradFill>
                <a:latin typeface="方正小标宋简体"/>
                <a:ea typeface="方正小标宋简体"/>
                <a:cs typeface="方正小标宋简体"/>
              </a:rPr>
              <a:t>Click to add title</a:t>
            </a:r>
            <a:endParaRPr lang="en-US"/>
          </a:p>
        </p:txBody>
      </p:sp>
      <p:sp>
        <p:nvSpPr>
          <p:cNvPr id="9" name="cover-dept-slot Placeholder"/>
          <p:cNvSpPr>
            <a:spLocks noGrp="1"/>
          </p:cNvSpPr>
          <p:nvPr>
            <p:ph type="subTitle" idx="1"/>
          </p:nvPr>
        </p:nvSpPr>
        <p:spPr>
          <a:xfrm>
            <a:off x="588740" y="5273707"/>
            <a:ext cx="5334000" cy="35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70"/>
            </a:lvl1pPr>
          </a:lstStyle>
          <a:p>
            <a:pPr algn="l" marL="0" indent="0">
              <a:buNone/>
            </a:pPr>
            <a:r>
              <a:rPr lang="zh-CN" sz="1870" dirty="0">
                <a:solidFill>
                  <a:srgbClr val="632523"/>
                </a:solidFill>
                <a:latin typeface="方正大标宋_GBK"/>
                <a:ea typeface="Microsoft YaHei"/>
                <a:cs typeface="方正大标宋_GBK"/>
              </a:rPr>
              <a:t>Click to add subtitle</a:t>
            </a:r>
            <a:endParaRPr lang="en-US"/>
          </a:p>
        </p:txBody>
      </p:sp>
      <p:sp>
        <p:nvSpPr>
          <p:cNvPr id="10" name="cover-date-slot Placeholder"/>
          <p:cNvSpPr>
            <a:spLocks noGrp="1"/>
          </p:cNvSpPr>
          <p:nvPr>
            <p:ph type="dt" idx="2"/>
          </p:nvPr>
        </p:nvSpPr>
        <p:spPr>
          <a:xfrm>
            <a:off x="588740" y="5629275"/>
            <a:ext cx="5334000" cy="35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70"/>
            </a:lvl1pPr>
          </a:lstStyle>
          <a:p>
            <a:pPr algn="l"/>
            <a:fld id="{AE2AED32-CE9B-4B34-993F-8D238D57EF18}" type="datetimeFigureOut">
              <a:rPr lang="zh-CN" sz="1870" dirty="0">
                <a:solidFill>
                  <a:srgbClr val="632523"/>
                </a:solidFill>
                <a:latin typeface="方正大标宋_GBK"/>
                <a:ea typeface="Microsoft YaHei"/>
                <a:cs typeface="方正大标宋_GBK"/>
              </a:rPr>
              <a:t>时间日期：YYYY-MM-DD</a:t>
            </a:fld>
            <a:endParaRPr lang="en-US"/>
          </a:p>
        </p:txBody>
      </p:sp>
    </p:spTree>
    <p:extLst>
      <p:ext uri="{BB962C8B-B14F-4D97-AF65-F5344CB8AC3E}">
        <p14:creationId val="1268168524"/>
      </p:ext>
    </p:extLst>
  </p:cSld>
  <p:clrMapOvr>
    <a:masterClrMapping/>
  </p:clrMapOvr>
  <p:hf hdr="0" dt="1" ftr="0" sldNum="0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前言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face-chrome-rule Layout"/>
          <p:cNvSpPr/>
          <p:nvPr/>
        </p:nvSpPr>
        <p:spPr>
          <a:xfrm>
            <a:off x="1691354" y="459105"/>
            <a:ext cx="10085832" cy="87249"/>
          </a:xfrm>
          <a:prstGeom prst="rect">
            <a:avLst/>
          </a:prstGeom>
          <a:solidFill>
            <a:srgbClr val="6A3F10"/>
          </a:solidFill>
          <a:ln>
            <a:noFill/>
          </a:ln>
        </p:spPr>
      </p:sp>
      <p:sp>
        <p:nvSpPr>
          <p:cNvPr id="3" name="preface-chrome-cap Layout"/>
          <p:cNvSpPr/>
          <p:nvPr/>
        </p:nvSpPr>
        <p:spPr>
          <a:xfrm>
            <a:off x="11777186" y="319659"/>
            <a:ext cx="410813" cy="366236"/>
          </a:xfrm>
          <a:prstGeom prst="rect">
            <a:avLst/>
          </a:prstGeom>
          <a:solidFill>
            <a:srgbClr val="6A3F10"/>
          </a:solidFill>
          <a:ln>
            <a:noFill/>
          </a:ln>
        </p:spPr>
      </p:sp>
      <p:pic>
        <p:nvPicPr>
          <p:cNvPr id="4" name="preface-chrome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10" y="348710"/>
            <a:ext cx="1234821" cy="299847"/>
          </a:xfrm>
          <a:prstGeom prst="rect">
            <a:avLst/>
          </a:prstGeom>
        </p:spPr>
      </p:pic>
      <p:sp>
        <p:nvSpPr>
          <p:cNvPr id="5" name="preface-chrome-slogan Layout"/>
          <p:cNvSpPr txBox="1"/>
          <p:nvPr/>
        </p:nvSpPr>
        <p:spPr>
          <a:xfrm>
            <a:off x="10145721" y="247402"/>
            <a:ext cx="1642461" cy="286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70" spc="300" dirty="0">
                <a:solidFill>
                  <a:srgbClr val="632523"/>
                </a:solidFill>
                <a:latin typeface="方正小标宋_GBK"/>
                <a:ea typeface="Microsoft YaHei"/>
                <a:cs typeface="方正小标宋_GBK"/>
              </a:rPr>
              <a:t>产业新城运营商</a:t>
            </a:r>
          </a:p>
        </p:txBody>
      </p:sp>
      <p:sp>
        <p:nvSpPr>
          <p:cNvPr id="6" name="preface-card Layout"/>
          <p:cNvSpPr/>
          <p:nvPr/>
        </p:nvSpPr>
        <p:spPr>
          <a:xfrm>
            <a:off x="2255520" y="1892808"/>
            <a:ext cx="8448961" cy="3360420"/>
          </a:xfrm>
          <a:prstGeom prst="rect">
            <a:avLst/>
          </a:prstGeom>
          <a:solidFill>
            <a:srgbClr val="FFFFFF"/>
          </a:solidFill>
          <a:ln w="12668">
            <a:solidFill>
              <a:srgbClr val="A37925"/>
            </a:solidFill>
            <a:custDash>
              <a:ds d="100000" sp="300752"/>
            </a:custDash>
          </a:ln>
        </p:spPr>
      </p:sp>
      <p:sp>
        <p:nvSpPr>
          <p:cNvPr id="7" name="preface-label Layout"/>
          <p:cNvSpPr/>
          <p:nvPr/>
        </p:nvSpPr>
        <p:spPr>
          <a:xfrm>
            <a:off x="623411" y="2372868"/>
            <a:ext cx="3744468" cy="2400776"/>
          </a:xfrm>
          <a:prstGeom prst="rect">
            <a:avLst/>
          </a:prstGeom>
          <a:solidFill>
            <a:srgbClr val="BF8E2B"/>
          </a:solidFill>
          <a:ln>
            <a:noFill/>
          </a:ln>
        </p:spPr>
      </p:sp>
      <p:sp>
        <p:nvSpPr>
          <p:cNvPr id="8" name="preface-title-slot Placeholder"/>
          <p:cNvSpPr>
            <a:spLocks noGrp="1"/>
          </p:cNvSpPr>
          <p:nvPr>
            <p:ph type="title"/>
          </p:nvPr>
        </p:nvSpPr>
        <p:spPr>
          <a:xfrm>
            <a:off x="623411" y="2372868"/>
            <a:ext cx="3744468" cy="2400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200"/>
            </a:lvl1pPr>
          </a:lstStyle>
          <a:p>
            <a:pPr algn="ctr"/>
            <a:r>
              <a:rPr lang="en-US" sz="3200" dirty="0">
                <a:solidFill>
                  <a:srgbClr val="FFFFFF"/>
                </a:solidFill>
                <a:latin typeface="方正小标宋_GBK"/>
                <a:ea typeface="方正小标宋_GBK"/>
                <a:cs typeface="方正小标宋_GBK"/>
              </a:rPr>
              <a:t>Click to add title</a:t>
            </a:r>
            <a:endParaRPr lang="en-US"/>
          </a:p>
        </p:txBody>
      </p:sp>
      <p:sp>
        <p:nvSpPr>
          <p:cNvPr id="9" name="preface-body-slot Placeholder"/>
          <p:cNvSpPr>
            <a:spLocks noGrp="1"/>
          </p:cNvSpPr>
          <p:nvPr>
            <p:ph type="body" idx="1"/>
          </p:nvPr>
        </p:nvSpPr>
        <p:spPr>
          <a:xfrm>
            <a:off x="4559808" y="2526792"/>
            <a:ext cx="5794343" cy="20928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30"/>
            </a:lvl1pPr>
          </a:lstStyle>
          <a:p>
            <a:pPr algn="l" marL="0" indent="0">
              <a:buNone/>
            </a:pPr>
            <a:r>
              <a:rPr lang="en-US" sz="2130" dirty="0">
                <a:solidFill>
                  <a:srgbClr val="A37925"/>
                </a:solidFill>
                <a:latin typeface="Microsoft YaHei"/>
                <a:ea typeface="Microsoft YaHei"/>
                <a:cs typeface="Microsoft YaHei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40360112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c-band Layout"/>
          <p:cNvSpPr/>
          <p:nvPr/>
        </p:nvSpPr>
        <p:spPr>
          <a:xfrm>
            <a:off x="0" y="1578388"/>
            <a:ext cx="12192000" cy="3697605"/>
          </a:xfrm>
          <a:prstGeom prst="rect">
            <a:avLst/>
          </a:prstGeom>
          <a:solidFill>
            <a:srgbClr val="BF8E2B">
              <a:alpha val="29000"/>
            </a:srgbClr>
          </a:solidFill>
          <a:ln>
            <a:noFill/>
          </a:ln>
        </p:spPr>
      </p:sp>
      <p:pic>
        <p:nvPicPr>
          <p:cNvPr id="3" name="toc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700" y="2750725"/>
            <a:ext cx="1734407" cy="1353026"/>
          </a:xfrm>
          <a:prstGeom prst="rect">
            <a:avLst/>
          </a:prstGeom>
        </p:spPr>
      </p:pic>
      <p:sp>
        <p:nvSpPr>
          <p:cNvPr id="4" name="toc-divider Layout"/>
          <p:cNvSpPr/>
          <p:nvPr/>
        </p:nvSpPr>
        <p:spPr>
          <a:xfrm>
            <a:off x="4463796" y="1578388"/>
            <a:ext cx="9525" cy="3687413"/>
          </a:xfrm>
          <a:custGeom>
            <a:avLst/>
            <a:gdLst/>
            <a:ahLst/>
            <a:cxnLst/>
            <a:rect l="l" t="t" r="r" b="b"/>
            <a:pathLst>
              <a:path w="9525" h="3687413">
                <a:moveTo>
                  <a:pt x="0" y="0"/>
                </a:moveTo>
                <a:lnTo>
                  <a:pt x="0" y="3687413"/>
                </a:lnTo>
              </a:path>
            </a:pathLst>
          </a:custGeom>
          <a:noFill/>
          <a:ln w="50768">
            <a:solidFill>
              <a:srgbClr val="FFFFFF"/>
            </a:solidFill>
          </a:ln>
        </p:spPr>
      </p:sp>
      <p:sp>
        <p:nvSpPr>
          <p:cNvPr id="5" name="toc-num-1 Layout"/>
          <p:cNvSpPr txBox="1"/>
          <p:nvPr/>
        </p:nvSpPr>
        <p:spPr>
          <a:xfrm>
            <a:off x="5488972" y="1919383"/>
            <a:ext cx="39755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oc-num-2 Layout"/>
          <p:cNvSpPr txBox="1"/>
          <p:nvPr/>
        </p:nvSpPr>
        <p:spPr>
          <a:xfrm>
            <a:off x="5488972" y="2815495"/>
            <a:ext cx="39755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oc-num-3 Layout"/>
          <p:cNvSpPr txBox="1"/>
          <p:nvPr/>
        </p:nvSpPr>
        <p:spPr>
          <a:xfrm>
            <a:off x="5488972" y="3711607"/>
            <a:ext cx="39755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toc-num-4 Layout"/>
          <p:cNvSpPr txBox="1"/>
          <p:nvPr/>
        </p:nvSpPr>
        <p:spPr>
          <a:xfrm>
            <a:off x="5488972" y="4607719"/>
            <a:ext cx="39755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toc-item-1-slot Placeholder"/>
          <p:cNvSpPr>
            <a:spLocks noGrp="1"/>
          </p:cNvSpPr>
          <p:nvPr>
            <p:ph type="body" idx="1"/>
          </p:nvPr>
        </p:nvSpPr>
        <p:spPr>
          <a:xfrm>
            <a:off x="6266593" y="1930813"/>
            <a:ext cx="5163407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en-US" sz="2400" b="1" dirty="0">
                <a:solidFill>
                  <a:srgbClr val="6A3F10"/>
                </a:solidFill>
                <a:latin typeface="Microsoft YaHei"/>
                <a:ea typeface="Microsoft YaHei"/>
                <a:cs typeface="Microsoft YaHei"/>
              </a:rPr>
              <a:t>Click to add text</a:t>
            </a:r>
            <a:endParaRPr lang="en-US"/>
          </a:p>
        </p:txBody>
      </p:sp>
      <p:sp>
        <p:nvSpPr>
          <p:cNvPr id="10" name="toc-item-2-slot Placeholder"/>
          <p:cNvSpPr>
            <a:spLocks noGrp="1"/>
          </p:cNvSpPr>
          <p:nvPr>
            <p:ph type="body" idx="2"/>
          </p:nvPr>
        </p:nvSpPr>
        <p:spPr>
          <a:xfrm>
            <a:off x="6266593" y="2826925"/>
            <a:ext cx="5163407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en-US" sz="2400" b="1" dirty="0">
                <a:solidFill>
                  <a:srgbClr val="6A3F10"/>
                </a:solidFill>
                <a:latin typeface="Microsoft YaHei"/>
                <a:ea typeface="Microsoft YaHei"/>
                <a:cs typeface="Microsoft YaHei"/>
              </a:rPr>
              <a:t>Click to add text</a:t>
            </a:r>
            <a:endParaRPr lang="en-US"/>
          </a:p>
        </p:txBody>
      </p:sp>
      <p:sp>
        <p:nvSpPr>
          <p:cNvPr id="11" name="toc-item-3-slot Placeholder"/>
          <p:cNvSpPr>
            <a:spLocks noGrp="1"/>
          </p:cNvSpPr>
          <p:nvPr>
            <p:ph type="body" idx="3"/>
          </p:nvPr>
        </p:nvSpPr>
        <p:spPr>
          <a:xfrm>
            <a:off x="6266593" y="3723037"/>
            <a:ext cx="5163407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en-US" sz="2400" b="1" dirty="0">
                <a:solidFill>
                  <a:srgbClr val="6A3F10"/>
                </a:solidFill>
                <a:latin typeface="Microsoft YaHei"/>
                <a:ea typeface="Microsoft YaHei"/>
                <a:cs typeface="Microsoft YaHei"/>
              </a:rPr>
              <a:t>Click to add text</a:t>
            </a:r>
            <a:endParaRPr lang="en-US"/>
          </a:p>
        </p:txBody>
      </p:sp>
      <p:sp>
        <p:nvSpPr>
          <p:cNvPr id="12" name="toc-item-4-slot Placeholder"/>
          <p:cNvSpPr>
            <a:spLocks noGrp="1"/>
          </p:cNvSpPr>
          <p:nvPr>
            <p:ph type="body" idx="4"/>
          </p:nvPr>
        </p:nvSpPr>
        <p:spPr>
          <a:xfrm>
            <a:off x="6266593" y="4619149"/>
            <a:ext cx="5163407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en-US" sz="2400" b="1" dirty="0">
                <a:solidFill>
                  <a:srgbClr val="6A3F10"/>
                </a:solidFill>
                <a:latin typeface="Microsoft YaHei"/>
                <a:ea typeface="Microsoft YaHei"/>
                <a:cs typeface="Microsoft YaHei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5410824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-chrome-rule Layout"/>
          <p:cNvSpPr/>
          <p:nvPr/>
        </p:nvSpPr>
        <p:spPr>
          <a:xfrm>
            <a:off x="1691354" y="459105"/>
            <a:ext cx="10085832" cy="87249"/>
          </a:xfrm>
          <a:prstGeom prst="rect">
            <a:avLst/>
          </a:prstGeom>
          <a:solidFill>
            <a:srgbClr val="6A3F10"/>
          </a:solidFill>
          <a:ln>
            <a:noFill/>
          </a:ln>
        </p:spPr>
      </p:sp>
      <p:sp>
        <p:nvSpPr>
          <p:cNvPr id="3" name="chapter-chrome-cap Layout"/>
          <p:cNvSpPr/>
          <p:nvPr/>
        </p:nvSpPr>
        <p:spPr>
          <a:xfrm>
            <a:off x="11777186" y="319659"/>
            <a:ext cx="410813" cy="366236"/>
          </a:xfrm>
          <a:prstGeom prst="rect">
            <a:avLst/>
          </a:prstGeom>
          <a:solidFill>
            <a:srgbClr val="6A3F10"/>
          </a:solidFill>
          <a:ln>
            <a:noFill/>
          </a:ln>
        </p:spPr>
      </p:sp>
      <p:pic>
        <p:nvPicPr>
          <p:cNvPr id="4" name="chapter-chrome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10" y="348710"/>
            <a:ext cx="1234821" cy="299847"/>
          </a:xfrm>
          <a:prstGeom prst="rect">
            <a:avLst/>
          </a:prstGeom>
        </p:spPr>
      </p:pic>
      <p:sp>
        <p:nvSpPr>
          <p:cNvPr id="5" name="chapter-chrome-slogan Layout"/>
          <p:cNvSpPr txBox="1"/>
          <p:nvPr/>
        </p:nvSpPr>
        <p:spPr>
          <a:xfrm>
            <a:off x="10145721" y="247402"/>
            <a:ext cx="1642461" cy="286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70" spc="300" dirty="0">
                <a:solidFill>
                  <a:srgbClr val="632523"/>
                </a:solidFill>
                <a:latin typeface="方正小标宋_GBK"/>
                <a:ea typeface="Microsoft YaHei"/>
                <a:cs typeface="方正小标宋_GBK"/>
              </a:rPr>
              <a:t>产业新城运营商</a:t>
            </a:r>
          </a:p>
        </p:txBody>
      </p:sp>
      <p:sp>
        <p:nvSpPr>
          <p:cNvPr id="6" name="chapter-bracket-br-fill Layout"/>
          <p:cNvSpPr/>
          <p:nvPr/>
        </p:nvSpPr>
        <p:spPr>
          <a:xfrm>
            <a:off x="10097357" y="4961858"/>
            <a:ext cx="1008031" cy="1155859"/>
          </a:xfrm>
          <a:prstGeom prst="rect">
            <a:avLst/>
          </a:prstGeom>
          <a:solidFill>
            <a:srgbClr val="BF8E2B"/>
          </a:solidFill>
          <a:ln>
            <a:noFill/>
          </a:ln>
        </p:spPr>
      </p:sp>
      <p:sp>
        <p:nvSpPr>
          <p:cNvPr id="7" name="chapter-bracket-br-white Layout"/>
          <p:cNvSpPr/>
          <p:nvPr/>
        </p:nvSpPr>
        <p:spPr>
          <a:xfrm>
            <a:off x="9826371" y="5062061"/>
            <a:ext cx="1166146" cy="10592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chapter-bracket-tl-fill Layout"/>
          <p:cNvSpPr/>
          <p:nvPr/>
        </p:nvSpPr>
        <p:spPr>
          <a:xfrm>
            <a:off x="1000125" y="1604772"/>
            <a:ext cx="1155859" cy="1008126"/>
          </a:xfrm>
          <a:prstGeom prst="rect">
            <a:avLst/>
          </a:prstGeom>
          <a:solidFill>
            <a:srgbClr val="BF8E2B"/>
          </a:solidFill>
          <a:ln>
            <a:noFill/>
          </a:ln>
        </p:spPr>
      </p:sp>
      <p:sp>
        <p:nvSpPr>
          <p:cNvPr id="9" name="chapter-bracket-tl-white Layout"/>
          <p:cNvSpPr/>
          <p:nvPr/>
        </p:nvSpPr>
        <p:spPr>
          <a:xfrm>
            <a:off x="1100233" y="1702784"/>
            <a:ext cx="1059275" cy="95812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chapter-panel Layout"/>
          <p:cNvSpPr/>
          <p:nvPr/>
        </p:nvSpPr>
        <p:spPr>
          <a:xfrm>
            <a:off x="1199483" y="1862614"/>
            <a:ext cx="9697117" cy="406260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" name="chapter-title-slot Placeholder"/>
          <p:cNvSpPr>
            <a:spLocks noGrp="1"/>
          </p:cNvSpPr>
          <p:nvPr>
            <p:ph type="title"/>
          </p:nvPr>
        </p:nvSpPr>
        <p:spPr>
          <a:xfrm>
            <a:off x="2159508" y="1295400"/>
            <a:ext cx="9620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670"/>
            </a:lvl1pPr>
          </a:lstStyle>
          <a:p>
            <a:pPr algn="l"/>
            <a:r>
              <a:rPr lang="en-US" sz="2670" b="1" dirty="0">
                <a:solidFill>
                  <a:srgbClr val="BF8E2B"/>
                </a:solidFill>
                <a:latin typeface="黑体"/>
                <a:ea typeface="黑体"/>
                <a:cs typeface="黑体"/>
              </a:rPr>
              <a:t>Click to add title</a:t>
            </a:r>
            <a:endParaRPr lang="en-US"/>
          </a:p>
        </p:txBody>
      </p:sp>
      <p:sp>
        <p:nvSpPr>
          <p:cNvPr id="12" name="chapter-desc-slot Placeholder"/>
          <p:cNvSpPr>
            <a:spLocks noGrp="1"/>
          </p:cNvSpPr>
          <p:nvPr>
            <p:ph type="subTitle" idx="1"/>
          </p:nvPr>
        </p:nvSpPr>
        <p:spPr>
          <a:xfrm>
            <a:off x="1578007" y="2821781"/>
            <a:ext cx="9023509" cy="27084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en-US" sz="2400" dirty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Click to add subtitle</a:t>
            </a:r>
            <a:endParaRPr lang="en-US"/>
          </a:p>
        </p:txBody>
      </p:sp>
    </p:spTree>
    <p:extLst>
      <p:ext uri="{BB962C8B-B14F-4D97-AF65-F5344CB8AC3E}">
        <p14:creationId val="29204903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默认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ank-chrome-rule Layout"/>
          <p:cNvSpPr/>
          <p:nvPr/>
        </p:nvSpPr>
        <p:spPr>
          <a:xfrm>
            <a:off x="1691354" y="459105"/>
            <a:ext cx="10085832" cy="87249"/>
          </a:xfrm>
          <a:prstGeom prst="rect">
            <a:avLst/>
          </a:prstGeom>
          <a:solidFill>
            <a:srgbClr val="6A3F10"/>
          </a:solidFill>
          <a:ln>
            <a:noFill/>
          </a:ln>
        </p:spPr>
      </p:sp>
      <p:sp>
        <p:nvSpPr>
          <p:cNvPr id="3" name="blank-chrome-cap Layout"/>
          <p:cNvSpPr/>
          <p:nvPr/>
        </p:nvSpPr>
        <p:spPr>
          <a:xfrm>
            <a:off x="11777186" y="319659"/>
            <a:ext cx="410813" cy="366236"/>
          </a:xfrm>
          <a:prstGeom prst="rect">
            <a:avLst/>
          </a:prstGeom>
          <a:solidFill>
            <a:srgbClr val="6A3F10"/>
          </a:solidFill>
          <a:ln>
            <a:noFill/>
          </a:ln>
        </p:spPr>
      </p:sp>
      <p:pic>
        <p:nvPicPr>
          <p:cNvPr id="4" name="blank-chrome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10" y="348710"/>
            <a:ext cx="1234821" cy="299847"/>
          </a:xfrm>
          <a:prstGeom prst="rect">
            <a:avLst/>
          </a:prstGeom>
        </p:spPr>
      </p:pic>
      <p:sp>
        <p:nvSpPr>
          <p:cNvPr id="5" name="blank-chrome-slogan Layout"/>
          <p:cNvSpPr txBox="1"/>
          <p:nvPr/>
        </p:nvSpPr>
        <p:spPr>
          <a:xfrm>
            <a:off x="10145721" y="247402"/>
            <a:ext cx="1642461" cy="286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70" spc="300" dirty="0">
                <a:solidFill>
                  <a:srgbClr val="632523"/>
                </a:solidFill>
                <a:latin typeface="方正小标宋_GBK"/>
                <a:ea typeface="Microsoft YaHei"/>
                <a:cs typeface="方正小标宋_GBK"/>
              </a:rPr>
              <a:t>产业新城运营商</a:t>
            </a:r>
          </a:p>
        </p:txBody>
      </p:sp>
      <p:sp>
        <p:nvSpPr>
          <p:cNvPr id="6" name="blank-panel Layout"/>
          <p:cNvSpPr/>
          <p:nvPr/>
        </p:nvSpPr>
        <p:spPr>
          <a:xfrm>
            <a:off x="507968" y="1675257"/>
            <a:ext cx="11161490" cy="4609433"/>
          </a:xfrm>
          <a:prstGeom prst="rect">
            <a:avLst/>
          </a:prstGeom>
          <a:solidFill>
            <a:srgbClr val="F2F2F2">
              <a:alpha val="67000"/>
            </a:srgbClr>
          </a:solidFill>
          <a:ln>
            <a:noFill/>
          </a:ln>
        </p:spPr>
      </p:sp>
      <p:sp>
        <p:nvSpPr>
          <p:cNvPr id="7" name="blank-title-mark Layout"/>
          <p:cNvSpPr/>
          <p:nvPr/>
        </p:nvSpPr>
        <p:spPr>
          <a:xfrm>
            <a:off x="532733" y="1188625"/>
            <a:ext cx="410813" cy="403003"/>
          </a:xfrm>
          <a:prstGeom prst="rect">
            <a:avLst/>
          </a:prstGeom>
          <a:solidFill>
            <a:srgbClr val="6A3F10"/>
          </a:solidFill>
          <a:ln>
            <a:noFill/>
          </a:ln>
        </p:spPr>
      </p:sp>
      <p:sp>
        <p:nvSpPr>
          <p:cNvPr id="8" name="blank-title-mark-bar Layout"/>
          <p:cNvSpPr/>
          <p:nvPr/>
        </p:nvSpPr>
        <p:spPr>
          <a:xfrm>
            <a:off x="983456" y="1188625"/>
            <a:ext cx="45720" cy="403003"/>
          </a:xfrm>
          <a:prstGeom prst="rect">
            <a:avLst/>
          </a:prstGeom>
          <a:solidFill>
            <a:srgbClr val="6A3F10"/>
          </a:solidFill>
          <a:ln>
            <a:noFill/>
          </a:ln>
        </p:spPr>
      </p:sp>
      <p:sp>
        <p:nvSpPr>
          <p:cNvPr id="9" name="blank-title-slot Placeholder"/>
          <p:cNvSpPr>
            <a:spLocks noGrp="1"/>
          </p:cNvSpPr>
          <p:nvPr>
            <p:ph type="title"/>
          </p:nvPr>
        </p:nvSpPr>
        <p:spPr>
          <a:xfrm>
            <a:off x="1120616" y="1066800"/>
            <a:ext cx="10382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670"/>
            </a:lvl1pPr>
          </a:lstStyle>
          <a:p>
            <a:pPr algn="l"/>
            <a:r>
              <a:rPr lang="en-US" sz="2670" b="1" dirty="0">
                <a:solidFill>
                  <a:srgbClr val="632523"/>
                </a:solidFill>
                <a:latin typeface="黑体"/>
                <a:ea typeface="黑体"/>
                <a:cs typeface="黑体"/>
              </a:rPr>
              <a:t>Click to add title</a:t>
            </a:r>
            <a:endParaRPr lang="en-US"/>
          </a:p>
        </p:txBody>
      </p:sp>
      <p:sp>
        <p:nvSpPr>
          <p:cNvPr id="10" name="blank-body-slot Placeholder"/>
          <p:cNvSpPr>
            <a:spLocks noGrp="1"/>
          </p:cNvSpPr>
          <p:nvPr>
            <p:ph type="body" idx="1"/>
          </p:nvPr>
        </p:nvSpPr>
        <p:spPr>
          <a:xfrm>
            <a:off x="825532" y="2031968"/>
            <a:ext cx="10526459" cy="39369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30"/>
            </a:lvl1pPr>
          </a:lstStyle>
          <a:p>
            <a:pPr algn="l" marL="0" indent="0">
              <a:buNone/>
            </a:pPr>
            <a:r>
              <a:rPr lang="en-US" sz="2130" dirty="0">
                <a:solidFill>
                  <a:srgbClr val="632523"/>
                </a:solidFill>
                <a:latin typeface="Microsoft YaHei"/>
                <a:ea typeface="Microsoft YaHei"/>
                <a:cs typeface="Microsoft YaHei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7572584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ing-band Layout"/>
          <p:cNvSpPr/>
          <p:nvPr/>
        </p:nvSpPr>
        <p:spPr>
          <a:xfrm>
            <a:off x="0" y="1609439"/>
            <a:ext cx="12192000" cy="2556129"/>
          </a:xfrm>
          <a:prstGeom prst="rect">
            <a:avLst/>
          </a:prstGeom>
          <a:solidFill>
            <a:srgbClr val="A37925"/>
          </a:solidFill>
          <a:ln>
            <a:noFill/>
          </a:ln>
          <a:effectLst>
            <a:outerShdw blurRad="67818" dist="50768" dir="0" algn="l" rotWithShape="0">
              <a:srgbClr val="000000">
                <a:alpha val="30000"/>
              </a:srgbClr>
            </a:outerShdw>
          </a:effectLst>
        </p:spPr>
      </p:sp>
      <p:sp>
        <p:nvSpPr>
          <p:cNvPr id="3" name="ending-block Layout"/>
          <p:cNvSpPr/>
          <p:nvPr/>
        </p:nvSpPr>
        <p:spPr>
          <a:xfrm>
            <a:off x="496919" y="2175605"/>
            <a:ext cx="2526792" cy="2526792"/>
          </a:xfrm>
          <a:prstGeom prst="rect">
            <a:avLst/>
          </a:prstGeom>
          <a:solidFill>
            <a:srgbClr val="6A3F10">
              <a:alpha val="78000"/>
            </a:srgbClr>
          </a:solidFill>
          <a:ln>
            <a:noFill/>
          </a:ln>
        </p:spPr>
      </p:sp>
      <p:sp>
        <p:nvSpPr>
          <p:cNvPr id="4" name="ending-hatch Layout"/>
          <p:cNvSpPr/>
          <p:nvPr/>
        </p:nvSpPr>
        <p:spPr>
          <a:xfrm>
            <a:off x="3209639" y="4290917"/>
            <a:ext cx="8940070" cy="411385"/>
          </a:xfrm>
          <a:custGeom>
            <a:avLst/>
            <a:gdLst/>
            <a:ahLst/>
            <a:cxnLst/>
            <a:rect l="l" t="t" r="r" b="b"/>
            <a:pathLst>
              <a:path w="8940070" h="411385">
                <a:moveTo>
                  <a:pt x="0" y="411385"/>
                </a:moveTo>
                <a:lnTo>
                  <a:pt x="411385" y="0"/>
                </a:lnTo>
                <a:moveTo>
                  <a:pt x="115252" y="411385"/>
                </a:moveTo>
                <a:lnTo>
                  <a:pt x="526637" y="0"/>
                </a:lnTo>
                <a:moveTo>
                  <a:pt x="230505" y="411385"/>
                </a:moveTo>
                <a:lnTo>
                  <a:pt x="641890" y="0"/>
                </a:lnTo>
                <a:moveTo>
                  <a:pt x="345757" y="411385"/>
                </a:moveTo>
                <a:lnTo>
                  <a:pt x="757142" y="0"/>
                </a:lnTo>
                <a:moveTo>
                  <a:pt x="461010" y="411385"/>
                </a:moveTo>
                <a:lnTo>
                  <a:pt x="872395" y="0"/>
                </a:lnTo>
                <a:moveTo>
                  <a:pt x="576262" y="411385"/>
                </a:moveTo>
                <a:lnTo>
                  <a:pt x="987647" y="0"/>
                </a:lnTo>
                <a:moveTo>
                  <a:pt x="691515" y="411385"/>
                </a:moveTo>
                <a:lnTo>
                  <a:pt x="1102900" y="0"/>
                </a:lnTo>
                <a:moveTo>
                  <a:pt x="806767" y="411385"/>
                </a:moveTo>
                <a:lnTo>
                  <a:pt x="1218152" y="0"/>
                </a:lnTo>
                <a:moveTo>
                  <a:pt x="922020" y="411385"/>
                </a:moveTo>
                <a:lnTo>
                  <a:pt x="1333405" y="0"/>
                </a:lnTo>
                <a:moveTo>
                  <a:pt x="1037272" y="411385"/>
                </a:moveTo>
                <a:lnTo>
                  <a:pt x="1448657" y="0"/>
                </a:lnTo>
                <a:moveTo>
                  <a:pt x="1152525" y="411385"/>
                </a:moveTo>
                <a:lnTo>
                  <a:pt x="1563910" y="0"/>
                </a:lnTo>
                <a:moveTo>
                  <a:pt x="1267777" y="411385"/>
                </a:moveTo>
                <a:lnTo>
                  <a:pt x="1679162" y="0"/>
                </a:lnTo>
                <a:moveTo>
                  <a:pt x="1383030" y="411385"/>
                </a:moveTo>
                <a:lnTo>
                  <a:pt x="1794415" y="0"/>
                </a:lnTo>
                <a:moveTo>
                  <a:pt x="1498282" y="411385"/>
                </a:moveTo>
                <a:lnTo>
                  <a:pt x="1909667" y="0"/>
                </a:lnTo>
                <a:moveTo>
                  <a:pt x="1613535" y="411385"/>
                </a:moveTo>
                <a:lnTo>
                  <a:pt x="2024920" y="0"/>
                </a:lnTo>
                <a:moveTo>
                  <a:pt x="1728788" y="411385"/>
                </a:moveTo>
                <a:lnTo>
                  <a:pt x="2140172" y="0"/>
                </a:lnTo>
                <a:moveTo>
                  <a:pt x="1844040" y="411385"/>
                </a:moveTo>
                <a:lnTo>
                  <a:pt x="2255425" y="0"/>
                </a:lnTo>
                <a:moveTo>
                  <a:pt x="1959292" y="411385"/>
                </a:moveTo>
                <a:lnTo>
                  <a:pt x="2370677" y="0"/>
                </a:lnTo>
                <a:moveTo>
                  <a:pt x="2074545" y="411385"/>
                </a:moveTo>
                <a:lnTo>
                  <a:pt x="2485930" y="0"/>
                </a:lnTo>
                <a:moveTo>
                  <a:pt x="2189798" y="411385"/>
                </a:moveTo>
                <a:lnTo>
                  <a:pt x="2601182" y="0"/>
                </a:lnTo>
                <a:moveTo>
                  <a:pt x="2305050" y="411385"/>
                </a:moveTo>
                <a:lnTo>
                  <a:pt x="2716435" y="0"/>
                </a:lnTo>
                <a:moveTo>
                  <a:pt x="2420302" y="411385"/>
                </a:moveTo>
                <a:lnTo>
                  <a:pt x="2831687" y="0"/>
                </a:lnTo>
                <a:moveTo>
                  <a:pt x="2535555" y="411385"/>
                </a:moveTo>
                <a:lnTo>
                  <a:pt x="2946940" y="0"/>
                </a:lnTo>
                <a:moveTo>
                  <a:pt x="2650807" y="411385"/>
                </a:moveTo>
                <a:lnTo>
                  <a:pt x="3062192" y="0"/>
                </a:lnTo>
                <a:moveTo>
                  <a:pt x="2766060" y="411385"/>
                </a:moveTo>
                <a:lnTo>
                  <a:pt x="3177445" y="0"/>
                </a:lnTo>
                <a:moveTo>
                  <a:pt x="2881312" y="411385"/>
                </a:moveTo>
                <a:lnTo>
                  <a:pt x="3292697" y="0"/>
                </a:lnTo>
                <a:moveTo>
                  <a:pt x="2996565" y="411385"/>
                </a:moveTo>
                <a:lnTo>
                  <a:pt x="3407950" y="0"/>
                </a:lnTo>
                <a:moveTo>
                  <a:pt x="3111817" y="411385"/>
                </a:moveTo>
                <a:lnTo>
                  <a:pt x="3523202" y="0"/>
                </a:lnTo>
                <a:moveTo>
                  <a:pt x="3227070" y="411385"/>
                </a:moveTo>
                <a:lnTo>
                  <a:pt x="3638455" y="0"/>
                </a:lnTo>
                <a:moveTo>
                  <a:pt x="3342322" y="411385"/>
                </a:moveTo>
                <a:lnTo>
                  <a:pt x="3753707" y="0"/>
                </a:lnTo>
                <a:moveTo>
                  <a:pt x="3457575" y="411385"/>
                </a:moveTo>
                <a:lnTo>
                  <a:pt x="3868960" y="0"/>
                </a:lnTo>
                <a:moveTo>
                  <a:pt x="3572828" y="411385"/>
                </a:moveTo>
                <a:lnTo>
                  <a:pt x="3984212" y="0"/>
                </a:lnTo>
                <a:moveTo>
                  <a:pt x="3688080" y="411385"/>
                </a:moveTo>
                <a:lnTo>
                  <a:pt x="4099465" y="0"/>
                </a:lnTo>
                <a:moveTo>
                  <a:pt x="3803332" y="411385"/>
                </a:moveTo>
                <a:lnTo>
                  <a:pt x="4214717" y="0"/>
                </a:lnTo>
                <a:moveTo>
                  <a:pt x="3918585" y="411385"/>
                </a:moveTo>
                <a:lnTo>
                  <a:pt x="4329970" y="0"/>
                </a:lnTo>
                <a:moveTo>
                  <a:pt x="4033838" y="411385"/>
                </a:moveTo>
                <a:lnTo>
                  <a:pt x="4445222" y="0"/>
                </a:lnTo>
                <a:moveTo>
                  <a:pt x="4149090" y="411385"/>
                </a:moveTo>
                <a:lnTo>
                  <a:pt x="4560475" y="0"/>
                </a:lnTo>
                <a:moveTo>
                  <a:pt x="4264342" y="411385"/>
                </a:moveTo>
                <a:lnTo>
                  <a:pt x="4675727" y="0"/>
                </a:lnTo>
                <a:moveTo>
                  <a:pt x="4379595" y="411385"/>
                </a:moveTo>
                <a:lnTo>
                  <a:pt x="4790980" y="0"/>
                </a:lnTo>
                <a:moveTo>
                  <a:pt x="4494848" y="411385"/>
                </a:moveTo>
                <a:lnTo>
                  <a:pt x="4906232" y="0"/>
                </a:lnTo>
                <a:moveTo>
                  <a:pt x="4610100" y="411385"/>
                </a:moveTo>
                <a:lnTo>
                  <a:pt x="5021485" y="0"/>
                </a:lnTo>
                <a:moveTo>
                  <a:pt x="4725352" y="411385"/>
                </a:moveTo>
                <a:lnTo>
                  <a:pt x="5136737" y="0"/>
                </a:lnTo>
                <a:moveTo>
                  <a:pt x="4840605" y="411385"/>
                </a:moveTo>
                <a:lnTo>
                  <a:pt x="5251990" y="0"/>
                </a:lnTo>
                <a:moveTo>
                  <a:pt x="4955858" y="411385"/>
                </a:moveTo>
                <a:lnTo>
                  <a:pt x="5367242" y="0"/>
                </a:lnTo>
                <a:moveTo>
                  <a:pt x="5071110" y="411385"/>
                </a:moveTo>
                <a:lnTo>
                  <a:pt x="5482495" y="0"/>
                </a:lnTo>
                <a:moveTo>
                  <a:pt x="5186362" y="411385"/>
                </a:moveTo>
                <a:lnTo>
                  <a:pt x="5597747" y="0"/>
                </a:lnTo>
                <a:moveTo>
                  <a:pt x="5301615" y="411385"/>
                </a:moveTo>
                <a:lnTo>
                  <a:pt x="5713000" y="0"/>
                </a:lnTo>
                <a:moveTo>
                  <a:pt x="5416867" y="411385"/>
                </a:moveTo>
                <a:lnTo>
                  <a:pt x="5828252" y="0"/>
                </a:lnTo>
                <a:moveTo>
                  <a:pt x="5532120" y="411385"/>
                </a:moveTo>
                <a:lnTo>
                  <a:pt x="5943505" y="0"/>
                </a:lnTo>
                <a:moveTo>
                  <a:pt x="5647372" y="411385"/>
                </a:moveTo>
                <a:lnTo>
                  <a:pt x="6058757" y="0"/>
                </a:lnTo>
                <a:moveTo>
                  <a:pt x="5762625" y="411385"/>
                </a:moveTo>
                <a:lnTo>
                  <a:pt x="6174010" y="0"/>
                </a:lnTo>
                <a:moveTo>
                  <a:pt x="5877878" y="411385"/>
                </a:moveTo>
                <a:lnTo>
                  <a:pt x="6289262" y="0"/>
                </a:lnTo>
                <a:moveTo>
                  <a:pt x="5993130" y="411385"/>
                </a:moveTo>
                <a:lnTo>
                  <a:pt x="6404515" y="0"/>
                </a:lnTo>
                <a:moveTo>
                  <a:pt x="6108382" y="411385"/>
                </a:moveTo>
                <a:lnTo>
                  <a:pt x="6519767" y="0"/>
                </a:lnTo>
                <a:moveTo>
                  <a:pt x="6223635" y="411385"/>
                </a:moveTo>
                <a:lnTo>
                  <a:pt x="6635020" y="0"/>
                </a:lnTo>
                <a:moveTo>
                  <a:pt x="6338888" y="411385"/>
                </a:moveTo>
                <a:lnTo>
                  <a:pt x="6750272" y="0"/>
                </a:lnTo>
                <a:moveTo>
                  <a:pt x="6454140" y="411385"/>
                </a:moveTo>
                <a:lnTo>
                  <a:pt x="6865525" y="0"/>
                </a:lnTo>
                <a:moveTo>
                  <a:pt x="6569392" y="411385"/>
                </a:moveTo>
                <a:lnTo>
                  <a:pt x="6980777" y="0"/>
                </a:lnTo>
                <a:moveTo>
                  <a:pt x="6684645" y="411385"/>
                </a:moveTo>
                <a:lnTo>
                  <a:pt x="7096030" y="0"/>
                </a:lnTo>
                <a:moveTo>
                  <a:pt x="6799897" y="411385"/>
                </a:moveTo>
                <a:lnTo>
                  <a:pt x="7211282" y="0"/>
                </a:lnTo>
                <a:moveTo>
                  <a:pt x="6915150" y="411385"/>
                </a:moveTo>
                <a:lnTo>
                  <a:pt x="7326535" y="0"/>
                </a:lnTo>
                <a:moveTo>
                  <a:pt x="7030402" y="411385"/>
                </a:moveTo>
                <a:lnTo>
                  <a:pt x="7441787" y="0"/>
                </a:lnTo>
                <a:moveTo>
                  <a:pt x="7145655" y="411385"/>
                </a:moveTo>
                <a:lnTo>
                  <a:pt x="7557040" y="0"/>
                </a:lnTo>
                <a:moveTo>
                  <a:pt x="7260908" y="411385"/>
                </a:moveTo>
                <a:lnTo>
                  <a:pt x="7672292" y="0"/>
                </a:lnTo>
                <a:moveTo>
                  <a:pt x="7376160" y="411385"/>
                </a:moveTo>
                <a:lnTo>
                  <a:pt x="7787545" y="0"/>
                </a:lnTo>
                <a:moveTo>
                  <a:pt x="7491412" y="411385"/>
                </a:moveTo>
                <a:lnTo>
                  <a:pt x="7902797" y="0"/>
                </a:lnTo>
                <a:moveTo>
                  <a:pt x="7606665" y="411385"/>
                </a:moveTo>
                <a:lnTo>
                  <a:pt x="8018050" y="0"/>
                </a:lnTo>
                <a:moveTo>
                  <a:pt x="7721918" y="411385"/>
                </a:moveTo>
                <a:lnTo>
                  <a:pt x="8133302" y="0"/>
                </a:lnTo>
                <a:moveTo>
                  <a:pt x="7837170" y="411385"/>
                </a:moveTo>
                <a:lnTo>
                  <a:pt x="8248555" y="0"/>
                </a:lnTo>
                <a:moveTo>
                  <a:pt x="7952422" y="411385"/>
                </a:moveTo>
                <a:lnTo>
                  <a:pt x="8363807" y="0"/>
                </a:lnTo>
                <a:moveTo>
                  <a:pt x="8067675" y="411385"/>
                </a:moveTo>
                <a:lnTo>
                  <a:pt x="8479060" y="0"/>
                </a:lnTo>
                <a:moveTo>
                  <a:pt x="8182927" y="411385"/>
                </a:moveTo>
                <a:lnTo>
                  <a:pt x="8594312" y="0"/>
                </a:lnTo>
                <a:moveTo>
                  <a:pt x="8298180" y="411385"/>
                </a:moveTo>
                <a:lnTo>
                  <a:pt x="8709565" y="0"/>
                </a:lnTo>
                <a:moveTo>
                  <a:pt x="8413432" y="411385"/>
                </a:moveTo>
                <a:lnTo>
                  <a:pt x="8824817" y="0"/>
                </a:lnTo>
                <a:moveTo>
                  <a:pt x="8528685" y="411385"/>
                </a:moveTo>
                <a:lnTo>
                  <a:pt x="8940070" y="0"/>
                </a:lnTo>
              </a:path>
            </a:pathLst>
          </a:custGeom>
          <a:noFill/>
          <a:ln w="22860">
            <a:solidFill>
              <a:srgbClr val="808080"/>
            </a:solidFill>
          </a:ln>
        </p:spPr>
      </p:sp>
      <p:pic>
        <p:nvPicPr>
          <p:cNvPr id="5" name="ending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10" y="348710"/>
            <a:ext cx="1234821" cy="299847"/>
          </a:xfrm>
          <a:prstGeom prst="rect">
            <a:avLst/>
          </a:prstGeom>
        </p:spPr>
      </p:pic>
      <p:sp>
        <p:nvSpPr>
          <p:cNvPr id="6" name="ending-message Layout"/>
          <p:cNvSpPr txBox="1"/>
          <p:nvPr/>
        </p:nvSpPr>
        <p:spPr>
          <a:xfrm>
            <a:off x="4854702" y="2817495"/>
            <a:ext cx="3915156" cy="1390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0" dirty="0">
                <a:gradFill>
                  <a:gsLst>
                    <a:gs pos="0">
                      <a:srgbClr val="FFFFFF"/>
                    </a:gs>
                    <a:gs pos="84000">
                      <a:srgbClr val="FFFFFF"/>
                    </a:gs>
                    <a:gs pos="100000">
                      <a:srgbClr val="632523">
                        <a:alpha val="75000"/>
                      </a:srgbClr>
                    </a:gs>
                  </a:gsLst>
                  <a:lin ang="5400000" scaled="1"/>
                </a:gradFill>
                <a:latin typeface="方正大标宋_GBK"/>
                <a:ea typeface="Microsoft YaHei"/>
                <a:cs typeface="方正大标宋_GBK"/>
              </a:rPr>
              <a:t>汇报完毕</a:t>
            </a:r>
          </a:p>
        </p:txBody>
      </p:sp>
    </p:spTree>
    <p:extLst>
      <p:ext uri="{BB962C8B-B14F-4D97-AF65-F5344CB8AC3E}">
        <p14:creationId val="8739889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  <Relationship Id="rId16" Type="http://schemas.openxmlformats.org/officeDocument/2006/relationships/slideLayout" Target="../slideLayouts/slideLayout15.xml"/>
  <Relationship Id="rId17" Type="http://schemas.openxmlformats.org/officeDocument/2006/relationships/slideLayout" Target="../slideLayouts/slideLayout16.xml"/>
  <Relationship Id="rId18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亦庄控股总经理办公会母版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26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5f90e39770c1f9a4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5f90e39770c1f9a4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image" Target="../media/image_7cf7b5ac22b3b072.pn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5.xml"/>
  <Relationship Id="rId2" Type="http://schemas.openxmlformats.org/officeDocument/2006/relationships/image" Target="../media/image_5f90e39770c1f9a4.pn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6.xml"/>
  <Relationship Id="rId2" Type="http://schemas.openxmlformats.org/officeDocument/2006/relationships/image" Target="../media/image_5f90e39770c1f9a4.pn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7.xml"/>
  <Relationship Id="rId2" Type="http://schemas.openxmlformats.org/officeDocument/2006/relationships/image" Target="../media/image_5f90e39770c1f9a4.png"/>
</Relationships>
</file>

<file path=ppt/slides/slide1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ver-title-slot Placeholder Carrier"/>
          <p:cNvSpPr txBox="1"/>
          <p:nvPr>
            <p:ph type="title"/>
          </p:nvPr>
        </p:nvSpPr>
        <p:spPr>
          <a:xfrm>
            <a:off x="3888105" y="2276570"/>
            <a:ext cx="7584853" cy="15579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en-US" sz="4800" dirty="0">
                <a:gradFill>
                  <a:gsLst>
                    <a:gs pos="0">
                      <a:srgbClr val="FFFFFF"/>
                    </a:gs>
                    <a:gs pos="84000">
                      <a:srgbClr val="FFFFFF"/>
                    </a:gs>
                    <a:gs pos="100000">
                      <a:srgbClr val="632523">
                        <a:alpha val="75000"/>
                      </a:srgbClr>
                    </a:gs>
                  </a:gsLst>
                  <a:lin ang="5400000" scaled="1"/>
                </a:gradFill>
                <a:latin typeface="方正小标宋简体"/>
                <a:ea typeface="方正小标宋简体"/>
                <a:cs typeface="方正小标宋简体"/>
              </a:rPr>
              <a:t>Title</a:t>
            </a:r>
          </a:p>
        </p:txBody>
      </p:sp>
      <p:sp>
        <p:nvSpPr>
          <p:cNvPr id="10" name="cover-dept-slot Placeholder Carrier"/>
          <p:cNvSpPr txBox="1"/>
          <p:nvPr>
            <p:ph type="subTitle" idx="1"/>
          </p:nvPr>
        </p:nvSpPr>
        <p:spPr>
          <a:xfrm>
            <a:off x="588740" y="5273707"/>
            <a:ext cx="5334000" cy="35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1870" dirty="0">
                <a:solidFill>
                  <a:srgbClr val="632523"/>
                </a:solidFill>
                <a:latin typeface="方正大标宋_GBK"/>
                <a:ea typeface="Microsoft YaHei"/>
                <a:cs typeface="方正大标宋_GBK"/>
              </a:rPr>
              <a:t>汇报部门：Author</a:t>
            </a:r>
          </a:p>
        </p:txBody>
      </p:sp>
      <p:sp>
        <p:nvSpPr>
          <p:cNvPr id="11" name="cover-date-slot Placeholder Carrier"/>
          <p:cNvSpPr txBox="1"/>
          <p:nvPr>
            <p:ph type="dt" idx="2"/>
          </p:nvPr>
        </p:nvSpPr>
        <p:spPr>
          <a:xfrm>
            <a:off x="588740" y="5629275"/>
            <a:ext cx="5334000" cy="35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1870" dirty="0">
                <a:solidFill>
                  <a:srgbClr val="632523"/>
                </a:solidFill>
                <a:latin typeface="方正大标宋_GBK"/>
                <a:ea typeface="Microsoft YaHei"/>
                <a:cs typeface="方正大标宋_GBK"/>
              </a:rPr>
              <a:t>时间日期：YYYY-MM-DD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eface-title-slot Placeholder Carrier"/>
          <p:cNvSpPr txBox="1"/>
          <p:nvPr>
            <p:ph type="title"/>
          </p:nvPr>
        </p:nvSpPr>
        <p:spPr>
          <a:xfrm>
            <a:off x="623411" y="2372868"/>
            <a:ext cx="3744468" cy="2400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  <a:latin typeface="方正小标宋_GBK"/>
                <a:ea typeface="方正小标宋_GBK"/>
                <a:cs typeface="方正小标宋_GBK"/>
              </a:rPr>
              <a:t>Title</a:t>
            </a:r>
          </a:p>
        </p:txBody>
      </p:sp>
      <p:sp>
        <p:nvSpPr>
          <p:cNvPr id="10" name="preface-body-slot Placeholder Carrier"/>
          <p:cNvSpPr txBox="1"/>
          <p:nvPr>
            <p:ph type="body" idx="1"/>
          </p:nvPr>
        </p:nvSpPr>
        <p:spPr>
          <a:xfrm>
            <a:off x="4559808" y="2526792"/>
            <a:ext cx="5794343" cy="20928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130" dirty="0">
                <a:solidFill>
                  <a:srgbClr val="A37925"/>
                </a:solidFill>
                <a:latin typeface="Microsoft YaHei"/>
                <a:ea typeface="Microsoft YaHei"/>
                <a:cs typeface="Microsoft YaHei"/>
              </a:rPr>
              <a:t>Content Area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c-item-1-slot Placeholder Carrier"/>
          <p:cNvSpPr txBox="1"/>
          <p:nvPr>
            <p:ph type="body" idx="1"/>
          </p:nvPr>
        </p:nvSpPr>
        <p:spPr>
          <a:xfrm>
            <a:off x="6266593" y="1930813"/>
            <a:ext cx="5163407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2400" b="1" dirty="0">
                <a:solidFill>
                  <a:srgbClr val="6A3F10"/>
                </a:solidFill>
                <a:latin typeface="Microsoft YaHei"/>
                <a:ea typeface="Microsoft YaHei"/>
                <a:cs typeface="Microsoft YaHei"/>
              </a:rPr>
              <a:t>Toc Item 1 Title</a:t>
            </a:r>
          </a:p>
        </p:txBody>
      </p:sp>
      <p:sp>
        <p:nvSpPr>
          <p:cNvPr id="11" name="toc-item-2-slot Placeholder Carrier"/>
          <p:cNvSpPr txBox="1"/>
          <p:nvPr>
            <p:ph type="body" idx="2"/>
          </p:nvPr>
        </p:nvSpPr>
        <p:spPr>
          <a:xfrm>
            <a:off x="6266593" y="2826925"/>
            <a:ext cx="5163407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2400" b="1" dirty="0">
                <a:solidFill>
                  <a:srgbClr val="6A3F10"/>
                </a:solidFill>
                <a:latin typeface="Microsoft YaHei"/>
                <a:ea typeface="Microsoft YaHei"/>
                <a:cs typeface="Microsoft YaHei"/>
              </a:rPr>
              <a:t>Toc Item 2 Title</a:t>
            </a:r>
          </a:p>
        </p:txBody>
      </p:sp>
      <p:sp>
        <p:nvSpPr>
          <p:cNvPr id="12" name="toc-item-3-slot Placeholder Carrier"/>
          <p:cNvSpPr txBox="1"/>
          <p:nvPr>
            <p:ph type="body" idx="3"/>
          </p:nvPr>
        </p:nvSpPr>
        <p:spPr>
          <a:xfrm>
            <a:off x="6266593" y="3723037"/>
            <a:ext cx="5163407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2400" b="1" dirty="0">
                <a:solidFill>
                  <a:srgbClr val="6A3F10"/>
                </a:solidFill>
                <a:latin typeface="Microsoft YaHei"/>
                <a:ea typeface="Microsoft YaHei"/>
                <a:cs typeface="Microsoft YaHei"/>
              </a:rPr>
              <a:t>Toc Item 3 Title</a:t>
            </a:r>
          </a:p>
        </p:txBody>
      </p:sp>
      <p:sp>
        <p:nvSpPr>
          <p:cNvPr id="13" name="toc-item-4-slot Placeholder Carrier"/>
          <p:cNvSpPr txBox="1"/>
          <p:nvPr>
            <p:ph type="body" idx="4"/>
          </p:nvPr>
        </p:nvSpPr>
        <p:spPr>
          <a:xfrm>
            <a:off x="6266593" y="4619149"/>
            <a:ext cx="5163407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2400" b="1" dirty="0">
                <a:solidFill>
                  <a:srgbClr val="6A3F10"/>
                </a:solidFill>
                <a:latin typeface="Microsoft YaHei"/>
                <a:ea typeface="Microsoft YaHei"/>
                <a:cs typeface="Microsoft YaHei"/>
              </a:rPr>
              <a:t>Toc Item 4 Title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pter-title-slot Placeholder Carrier"/>
          <p:cNvSpPr txBox="1"/>
          <p:nvPr>
            <p:ph type="title"/>
          </p:nvPr>
        </p:nvSpPr>
        <p:spPr>
          <a:xfrm>
            <a:off x="2159508" y="1295400"/>
            <a:ext cx="9620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670" b="1" dirty="0">
                <a:solidFill>
                  <a:srgbClr val="BF8E2B"/>
                </a:solidFill>
                <a:latin typeface="黑体"/>
                <a:ea typeface="黑体"/>
                <a:cs typeface="黑体"/>
              </a:rPr>
              <a:t xml:space="preserve">Part: </a:t>
            </a:r>
            <a:r>
              <a:rPr lang="en-US" sz="2400" b="1" dirty="0">
                <a:solidFill>
                  <a:srgbClr val="BF8E2B"/>
                </a:solidFill>
                <a:latin typeface="黑体"/>
                <a:ea typeface="黑体"/>
                <a:cs typeface="黑体"/>
              </a:rPr>
              <a:t>Chapter Title</a:t>
            </a:r>
          </a:p>
        </p:txBody>
      </p:sp>
      <p:sp>
        <p:nvSpPr>
          <p:cNvPr id="13" name="chapter-desc-slot Placeholder Carrier"/>
          <p:cNvSpPr txBox="1"/>
          <p:nvPr>
            <p:ph type="subTitle" idx="1"/>
          </p:nvPr>
        </p:nvSpPr>
        <p:spPr>
          <a:xfrm>
            <a:off x="1578007" y="2821781"/>
            <a:ext cx="9023509" cy="27084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400" dirty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Chapter Desc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lank-title-slot Placeholder Carrier"/>
          <p:cNvSpPr txBox="1"/>
          <p:nvPr>
            <p:ph type="title"/>
          </p:nvPr>
        </p:nvSpPr>
        <p:spPr>
          <a:xfrm>
            <a:off x="1120616" y="1066800"/>
            <a:ext cx="10382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670" b="1" dirty="0">
                <a:solidFill>
                  <a:srgbClr val="632523"/>
                </a:solidFill>
                <a:latin typeface="黑体"/>
                <a:ea typeface="黑体"/>
                <a:cs typeface="黑体"/>
              </a:rPr>
              <a:t>Page Title</a:t>
            </a:r>
          </a:p>
        </p:txBody>
      </p:sp>
      <p:sp>
        <p:nvSpPr>
          <p:cNvPr id="11" name="blank-body-slot Placeholder Carrier"/>
          <p:cNvSpPr txBox="1"/>
          <p:nvPr>
            <p:ph type="body" idx="1"/>
          </p:nvPr>
        </p:nvSpPr>
        <p:spPr>
          <a:xfrm>
            <a:off x="825532" y="2031968"/>
            <a:ext cx="10526459" cy="39369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130" dirty="0">
                <a:solidFill>
                  <a:srgbClr val="632523"/>
                </a:solidFill>
                <a:latin typeface="Microsoft YaHei"/>
                <a:ea typeface="Microsoft YaHei"/>
                <a:cs typeface="Microsoft YaHei"/>
              </a:rPr>
              <a:t>Content Area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2026-09-11T04:40:36Z</dcterms:created>
  <dcterms:modified xsi:type="dcterms:W3CDTF">2026-09-11T04:40:36Z</dcterms:modified>
  <cp:category/>
  <cp:contentStatus/>
</cp:coreProperties>
</file>